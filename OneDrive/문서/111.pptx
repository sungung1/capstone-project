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7" r:id="rId3"/>
    <p:sldId id="258" r:id="rId4"/>
    <p:sldId id="260" r:id="rId5"/>
    <p:sldId id="261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현진 김" userId="75745d21e3536c0a" providerId="LiveId" clId="{0A5787F5-32B4-4E93-AB86-88135A7CE81A}"/>
    <pc:docChg chg="modSld">
      <pc:chgData name="현진 김" userId="75745d21e3536c0a" providerId="LiveId" clId="{0A5787F5-32B4-4E93-AB86-88135A7CE81A}" dt="2024-05-06T08:15:57.088" v="3" actId="1076"/>
      <pc:docMkLst>
        <pc:docMk/>
      </pc:docMkLst>
      <pc:sldChg chg="addSp modSp mod">
        <pc:chgData name="현진 김" userId="75745d21e3536c0a" providerId="LiveId" clId="{0A5787F5-32B4-4E93-AB86-88135A7CE81A}" dt="2024-05-06T08:15:57.088" v="3" actId="1076"/>
        <pc:sldMkLst>
          <pc:docMk/>
          <pc:sldMk cId="1127093117" sldId="261"/>
        </pc:sldMkLst>
        <pc:picChg chg="add mod">
          <ac:chgData name="현진 김" userId="75745d21e3536c0a" providerId="LiveId" clId="{0A5787F5-32B4-4E93-AB86-88135A7CE81A}" dt="2024-05-06T08:15:57.088" v="3" actId="1076"/>
          <ac:picMkLst>
            <pc:docMk/>
            <pc:sldMk cId="1127093117" sldId="261"/>
            <ac:picMk id="3" creationId="{2CF5147E-6B8D-986F-B811-386387C8176B}"/>
          </ac:picMkLst>
        </pc:picChg>
        <pc:picChg chg="mod">
          <ac:chgData name="현진 김" userId="75745d21e3536c0a" providerId="LiveId" clId="{0A5787F5-32B4-4E93-AB86-88135A7CE81A}" dt="2024-05-06T08:12:48.325" v="1" actId="1076"/>
          <ac:picMkLst>
            <pc:docMk/>
            <pc:sldMk cId="1127093117" sldId="261"/>
            <ac:picMk id="6" creationId="{11931B98-27D3-C52A-684A-2E40B5D60E76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6A083B4-1C01-F4F3-6DBB-1CE9794B14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446E85A-C558-32B3-33C6-63259B24E5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16D40B-7D9F-C229-3579-384D34700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D8656-75BC-4C12-9A4A-06B9A93A7483}" type="datetimeFigureOut">
              <a:rPr lang="ko-KR" altLang="en-US" smtClean="0"/>
              <a:t>2024-05-06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1A1F2DF-BA5E-8FF8-30AA-CB363C4351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B6F901-B7ED-2D10-A548-7CB0DD659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61E2A-1CB0-4D93-BA31-12066C49BA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7302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92095D-1565-4D0A-9E78-B583044F9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8201FDA-98EA-629A-8921-72924919FB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812D99-83B7-65C6-E550-278E05362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D8656-75BC-4C12-9A4A-06B9A93A7483}" type="datetimeFigureOut">
              <a:rPr lang="ko-KR" altLang="en-US" smtClean="0"/>
              <a:t>2024-05-06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93B937-1899-0696-89A1-568757339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FF3CA6-CBBD-EBD3-B5B3-5CF239399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61E2A-1CB0-4D93-BA31-12066C49BA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2492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277390-7F48-88D3-6307-1AFCF1360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0539CED-4ECD-8369-4993-86D7F5B960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7FC604-4ADF-6C70-29CE-317D447E7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D8656-75BC-4C12-9A4A-06B9A93A7483}" type="datetimeFigureOut">
              <a:rPr lang="ko-KR" altLang="en-US" smtClean="0"/>
              <a:t>2024-05-06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8DFCBE-EC25-CF01-D46A-FD0D39BA8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C5F9EE7-A2CF-65B6-E365-8478E2A07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61E2A-1CB0-4D93-BA31-12066C49BA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8892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0C7FEB-4E7A-62C0-3065-81503DAAA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76628A-A76A-C336-CFE2-73893A7AA7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109E9B7-3F75-7C09-635E-B2FE2070DC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5B6E818-1DC2-968D-0718-DD46F18A8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D8656-75BC-4C12-9A4A-06B9A93A7483}" type="datetimeFigureOut">
              <a:rPr lang="ko-KR" altLang="en-US" smtClean="0"/>
              <a:t>2024-05-06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5689713-320E-1401-64BE-75AF6F177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50486F7-5C9B-37A0-5A9C-774808587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61E2A-1CB0-4D93-BA31-12066C49BA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70464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FC0723-A4B6-82A8-1715-C75517E2A9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D2E6EBA-BADC-C1ED-D49D-B8A674872E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199232D-0D62-DC67-FB26-ACEB6EB7F1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0BDD068-9354-427D-52EA-AF6A17B145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F40141B-4AC9-9E72-8011-83A2C9C71C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63B9C92-A782-4F59-9A7D-403787291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D8656-75BC-4C12-9A4A-06B9A93A7483}" type="datetimeFigureOut">
              <a:rPr lang="ko-KR" altLang="en-US" smtClean="0"/>
              <a:t>2024-05-06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D2ECBBA-8076-2B33-6FA0-47208D58D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4B3F471-8EAF-0427-6684-0515CEC79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61E2A-1CB0-4D93-BA31-12066C49BA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0394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99E770-F8F2-213B-96E8-BFC21ED04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6E6F378-9C28-C786-6E27-3DFDD09E6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D8656-75BC-4C12-9A4A-06B9A93A7483}" type="datetimeFigureOut">
              <a:rPr lang="ko-KR" altLang="en-US" smtClean="0"/>
              <a:t>2024-05-06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BB51C8F-646C-3F27-C111-1D9965170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69DFA29-EE3B-3BDA-86D6-F4DB3963C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61E2A-1CB0-4D93-BA31-12066C49BA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95636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2440F4A-DE66-66E0-F7C5-0067DE2EC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D8656-75BC-4C12-9A4A-06B9A93A7483}" type="datetimeFigureOut">
              <a:rPr lang="ko-KR" altLang="en-US" smtClean="0"/>
              <a:t>2024-05-06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3642666-63D9-3859-8225-E2B3880F1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9CD24F8-F2FA-A3BC-6077-0265C8755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61E2A-1CB0-4D93-BA31-12066C49BA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1006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15094E-4C09-0841-99EA-43C4C31E4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4482A6-22BB-C947-FC93-79A31DC58E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1521663-3A33-3DE8-7A18-55504EB47E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E33A259-AD29-60AE-C4CD-0F5C33C98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D8656-75BC-4C12-9A4A-06B9A93A7483}" type="datetimeFigureOut">
              <a:rPr lang="ko-KR" altLang="en-US" smtClean="0"/>
              <a:t>2024-05-06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8519CB-B1BA-2447-3710-7EE56BE62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8983A7-1B0E-B351-6BFA-20C7224CD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61E2A-1CB0-4D93-BA31-12066C49BA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855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DEEA3F-D490-84E1-F7F7-7515C1401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80CAE6A-F71D-A541-2C50-BD3BA0F0A9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1712BC7-527A-901F-39C0-5911DE3BD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854101C-E273-B4C3-487E-CFC8B62D4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D8656-75BC-4C12-9A4A-06B9A93A7483}" type="datetimeFigureOut">
              <a:rPr lang="ko-KR" altLang="en-US" smtClean="0"/>
              <a:t>2024-05-06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3B0C7A9-594B-8814-9255-97D3A377A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BA70C8A-7A7B-9D35-A004-5B3BF3D8F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61E2A-1CB0-4D93-BA31-12066C49BA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0519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ABD752-3CD8-5967-50B2-0646918A7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198BC14-B7F2-573B-FE94-CAE2F7C41D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306686-18C5-9F40-F9B3-CD5A2D96D3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D8656-75BC-4C12-9A4A-06B9A93A7483}" type="datetimeFigureOut">
              <a:rPr lang="ko-KR" altLang="en-US" smtClean="0"/>
              <a:t>2024-05-06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F63572-4446-9EAD-5D8C-9A3688B56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46013C-1A34-A29F-1360-F4636DEAC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61E2A-1CB0-4D93-BA31-12066C49BA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8394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BC8B743-15FF-0E9B-6A43-CFBA7E8E5F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95287CC-B402-16D4-E108-A27BCC9DD5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3C0B6BA-4EDD-069E-F923-B67BF2FED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BD8656-75BC-4C12-9A4A-06B9A93A7483}" type="datetimeFigureOut">
              <a:rPr lang="ko-KR" altLang="en-US" smtClean="0"/>
              <a:t>2024-05-06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DC5CA0-0DE9-8AC3-F096-4F518A8C8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C2786A-C4AE-6420-E0EA-47A0FFE4A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61E2A-1CB0-4D93-BA31-12066C49BA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86143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417EF0A-09E2-AD10-3811-D38087EB2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CCBD8D-BEE8-C6A7-DA47-B4C4AE8DF4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7EA4909-3CA4-EE40-D24C-AC44FE7C98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BD8656-75BC-4C12-9A4A-06B9A93A7483}" type="datetimeFigureOut">
              <a:rPr lang="ko-KR" altLang="en-US" smtClean="0"/>
              <a:t>2024-05-06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88363E-50C1-E366-A691-17CA75996E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D8984F-B246-A016-DDEF-B681D56352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061E2A-1CB0-4D93-BA31-12066C49BA0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539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E99DE2-6DBC-48E9-9CD1-691D21074D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49022"/>
            <a:ext cx="9144000" cy="1159955"/>
          </a:xfrm>
        </p:spPr>
        <p:txBody>
          <a:bodyPr/>
          <a:lstStyle/>
          <a:p>
            <a:r>
              <a:rPr lang="en-US" altLang="ko-KR" dirty="0"/>
              <a:t>1. </a:t>
            </a:r>
            <a:r>
              <a:rPr lang="ko-KR" altLang="en-US" dirty="0"/>
              <a:t>일대일 채팅 로직 구상</a:t>
            </a:r>
          </a:p>
        </p:txBody>
      </p:sp>
    </p:spTree>
    <p:extLst>
      <p:ext uri="{BB962C8B-B14F-4D97-AF65-F5344CB8AC3E}">
        <p14:creationId xmlns:p14="http://schemas.microsoft.com/office/powerpoint/2010/main" val="1049360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EBD6D3-662A-0DC9-D1CF-ECCE2F157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1:1 </a:t>
            </a:r>
            <a:r>
              <a:rPr lang="ko-KR" altLang="en-US" dirty="0"/>
              <a:t>채팅 화면 구현 </a:t>
            </a:r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928DA7A5-92B4-288D-83C7-EABE9F60D7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t="1703"/>
          <a:stretch/>
        </p:blipFill>
        <p:spPr>
          <a:xfrm>
            <a:off x="654402" y="1807337"/>
            <a:ext cx="2635307" cy="4351338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E5489D0-FC6B-D112-D08F-F19EC25079E1}"/>
              </a:ext>
            </a:extLst>
          </p:cNvPr>
          <p:cNvSpPr txBox="1"/>
          <p:nvPr/>
        </p:nvSpPr>
        <p:spPr>
          <a:xfrm>
            <a:off x="3483864" y="1438005"/>
            <a:ext cx="9308592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(1:1</a:t>
            </a:r>
            <a:r>
              <a:rPr lang="ko-KR" altLang="en-US" dirty="0"/>
              <a:t> 채팅 화면으로 들어옴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안드로이드에서 </a:t>
            </a:r>
            <a:r>
              <a:rPr lang="en-US" altLang="ko-KR" dirty="0"/>
              <a:t>Retrofit</a:t>
            </a:r>
            <a:r>
              <a:rPr lang="ko-KR" altLang="en-US" dirty="0"/>
              <a:t>으로 웹 서버</a:t>
            </a:r>
            <a:r>
              <a:rPr lang="en-US" altLang="ko-KR" dirty="0"/>
              <a:t>(</a:t>
            </a:r>
            <a:r>
              <a:rPr lang="en-US" altLang="ko-KR" dirty="0" err="1"/>
              <a:t>php</a:t>
            </a:r>
            <a:r>
              <a:rPr lang="ko-KR" altLang="en-US" dirty="0"/>
              <a:t> 동작</a:t>
            </a:r>
            <a:r>
              <a:rPr lang="en-US" altLang="ko-KR" dirty="0"/>
              <a:t>)</a:t>
            </a:r>
            <a:r>
              <a:rPr lang="ko-KR" altLang="en-US" dirty="0"/>
              <a:t>에 현재 </a:t>
            </a:r>
            <a:r>
              <a:rPr lang="ko-KR" altLang="en-US" dirty="0" err="1"/>
              <a:t>채팅방</a:t>
            </a:r>
            <a:r>
              <a:rPr lang="ko-KR" altLang="en-US" dirty="0"/>
              <a:t> 구성 인원의 </a:t>
            </a:r>
            <a:r>
              <a:rPr lang="en-US" altLang="ko-KR" dirty="0"/>
              <a:t>id </a:t>
            </a:r>
            <a:r>
              <a:rPr lang="ko-KR" altLang="en-US" dirty="0"/>
              <a:t>목록을 보낸다</a:t>
            </a:r>
            <a:endParaRPr lang="en-US" altLang="ko-KR" dirty="0"/>
          </a:p>
          <a:p>
            <a:r>
              <a:rPr lang="en-US" altLang="ko-KR" dirty="0"/>
              <a:t>	ex.                                                          =&gt; {[11,14]} 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2. </a:t>
            </a:r>
            <a:r>
              <a:rPr lang="ko-KR" altLang="en-US" dirty="0"/>
              <a:t>웹 서버는 </a:t>
            </a:r>
            <a:r>
              <a:rPr lang="en-US" altLang="ko-KR" dirty="0"/>
              <a:t>{[11,14]} </a:t>
            </a:r>
            <a:r>
              <a:rPr lang="ko-KR" altLang="en-US" dirty="0"/>
              <a:t>로 이루어진 채팅방이 있나 확인하고</a:t>
            </a:r>
            <a:r>
              <a:rPr lang="en-US" altLang="ko-KR" dirty="0"/>
              <a:t>, </a:t>
            </a:r>
          </a:p>
          <a:p>
            <a:r>
              <a:rPr lang="en-US" altLang="ko-KR" dirty="0"/>
              <a:t>	</a:t>
            </a:r>
            <a:r>
              <a:rPr lang="ko-KR" altLang="en-US" dirty="0"/>
              <a:t>있으면 해당 채팅방의 </a:t>
            </a:r>
            <a:r>
              <a:rPr lang="en-US" altLang="ko-KR" dirty="0"/>
              <a:t>id</a:t>
            </a:r>
            <a:r>
              <a:rPr lang="ko-KR" altLang="en-US" dirty="0"/>
              <a:t>와 자신의 </a:t>
            </a:r>
            <a:r>
              <a:rPr lang="ko-KR" altLang="en-US" dirty="0" err="1"/>
              <a:t>채팅방</a:t>
            </a:r>
            <a:r>
              <a:rPr lang="ko-KR" altLang="en-US" dirty="0"/>
              <a:t> 구성원 </a:t>
            </a:r>
            <a:r>
              <a:rPr lang="en-US" altLang="ko-KR" dirty="0"/>
              <a:t>id, </a:t>
            </a:r>
            <a:r>
              <a:rPr lang="ko-KR" altLang="en-US" dirty="0"/>
              <a:t>지난 대화 목록을</a:t>
            </a:r>
            <a:r>
              <a:rPr lang="en-US" altLang="ko-KR" dirty="0"/>
              <a:t>(limit 30), 	</a:t>
            </a:r>
            <a:r>
              <a:rPr lang="ko-KR" altLang="en-US" dirty="0"/>
              <a:t>없으면 </a:t>
            </a:r>
            <a:r>
              <a:rPr lang="ko-KR" altLang="en-US" dirty="0" err="1"/>
              <a:t>채팅방</a:t>
            </a:r>
            <a:r>
              <a:rPr lang="ko-KR" altLang="en-US" dirty="0"/>
              <a:t> 및 </a:t>
            </a:r>
            <a:r>
              <a:rPr lang="ko-KR" altLang="en-US" dirty="0" err="1"/>
              <a:t>채팅방</a:t>
            </a:r>
            <a:r>
              <a:rPr lang="ko-KR" altLang="en-US" dirty="0"/>
              <a:t> 구성원을 새로 생성 후 채팅방의 </a:t>
            </a:r>
            <a:r>
              <a:rPr lang="en-US" altLang="ko-KR" dirty="0"/>
              <a:t>id, </a:t>
            </a:r>
            <a:r>
              <a:rPr lang="ko-KR" altLang="en-US" dirty="0"/>
              <a:t>자신의 </a:t>
            </a:r>
            <a:r>
              <a:rPr lang="ko-KR" altLang="en-US" dirty="0" err="1"/>
              <a:t>채팅방</a:t>
            </a:r>
            <a:r>
              <a:rPr lang="ko-KR" altLang="en-US" dirty="0"/>
              <a:t> 구성원 </a:t>
            </a:r>
            <a:r>
              <a:rPr lang="en-US" altLang="ko-KR" dirty="0"/>
              <a:t>id</a:t>
            </a:r>
            <a:r>
              <a:rPr lang="ko-KR" altLang="en-US" dirty="0"/>
              <a:t>를</a:t>
            </a:r>
            <a:endParaRPr lang="en-US" altLang="ko-KR" dirty="0"/>
          </a:p>
          <a:p>
            <a:r>
              <a:rPr lang="en-US" altLang="ko-KR" dirty="0"/>
              <a:t>	</a:t>
            </a:r>
          </a:p>
          <a:p>
            <a:r>
              <a:rPr lang="en-US" altLang="ko-KR" dirty="0"/>
              <a:t>	</a:t>
            </a:r>
            <a:r>
              <a:rPr lang="ko-KR" altLang="en-US" dirty="0"/>
              <a:t>돌려준다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en-US" altLang="ko-KR" dirty="0"/>
              <a:t>3. </a:t>
            </a:r>
            <a:r>
              <a:rPr lang="ko-KR" altLang="en-US" dirty="0"/>
              <a:t>지난 대화 기록이 있다면 화면에 표시한다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24D2B61-083D-26C3-AE39-91B3979D2A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8234" y="2616530"/>
            <a:ext cx="4563112" cy="1276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428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EBD6D3-662A-0DC9-D1CF-ECCE2F157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1:1 </a:t>
            </a:r>
            <a:r>
              <a:rPr lang="ko-KR" altLang="en-US" dirty="0"/>
              <a:t>채팅 화면 구현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5489D0-FC6B-D112-D08F-F19EC25079E1}"/>
              </a:ext>
            </a:extLst>
          </p:cNvPr>
          <p:cNvSpPr txBox="1"/>
          <p:nvPr/>
        </p:nvSpPr>
        <p:spPr>
          <a:xfrm>
            <a:off x="64008" y="1356980"/>
            <a:ext cx="1350568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4. </a:t>
            </a:r>
            <a:r>
              <a:rPr lang="ko-KR" altLang="en-US" dirty="0"/>
              <a:t>안드로이드에서 </a:t>
            </a:r>
            <a:r>
              <a:rPr lang="en-US" altLang="ko-KR" dirty="0"/>
              <a:t>Java </a:t>
            </a:r>
            <a:r>
              <a:rPr lang="ko-KR" altLang="en-US" dirty="0"/>
              <a:t>채팅 서버에 연결 및 소켓 통신 시작</a:t>
            </a:r>
            <a:endParaRPr lang="en-US" altLang="ko-KR" dirty="0"/>
          </a:p>
          <a:p>
            <a:r>
              <a:rPr lang="en-US" altLang="ko-KR" dirty="0"/>
              <a:t>	-1. </a:t>
            </a:r>
            <a:r>
              <a:rPr lang="ko-KR" altLang="en-US" dirty="0"/>
              <a:t>메시지 읽기</a:t>
            </a:r>
            <a:endParaRPr lang="en-US" altLang="ko-KR" dirty="0"/>
          </a:p>
          <a:p>
            <a:r>
              <a:rPr lang="en-US" altLang="ko-KR" dirty="0"/>
              <a:t>	</a:t>
            </a:r>
            <a:r>
              <a:rPr lang="ko-KR" altLang="en-US" dirty="0"/>
              <a:t>서버로부터 실시간으로 받은 메시지를 화면에 출력한다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en-US" altLang="ko-KR" dirty="0"/>
              <a:t>	-2. </a:t>
            </a:r>
            <a:r>
              <a:rPr lang="ko-KR" altLang="en-US" dirty="0"/>
              <a:t>메시지 보내기</a:t>
            </a:r>
            <a:endParaRPr lang="en-US" altLang="ko-KR" dirty="0"/>
          </a:p>
          <a:p>
            <a:r>
              <a:rPr lang="en-US" altLang="ko-KR" dirty="0"/>
              <a:t>	</a:t>
            </a:r>
            <a:r>
              <a:rPr lang="ko-KR" altLang="en-US" dirty="0"/>
              <a:t>서버에 메시지를 보낸다</a:t>
            </a:r>
            <a:r>
              <a:rPr lang="en-US" altLang="ko-KR" dirty="0"/>
              <a:t>.(</a:t>
            </a:r>
            <a:r>
              <a:rPr lang="ko-KR" altLang="en-US" dirty="0" err="1"/>
              <a:t>채팅방</a:t>
            </a:r>
            <a:r>
              <a:rPr lang="ko-KR" altLang="en-US" dirty="0"/>
              <a:t> </a:t>
            </a:r>
            <a:r>
              <a:rPr lang="en-US" altLang="ko-KR" dirty="0"/>
              <a:t>id, </a:t>
            </a:r>
            <a:r>
              <a:rPr lang="ko-KR" altLang="en-US" dirty="0"/>
              <a:t>내 </a:t>
            </a:r>
            <a:r>
              <a:rPr lang="ko-KR" altLang="en-US" dirty="0" err="1"/>
              <a:t>채팅방</a:t>
            </a:r>
            <a:r>
              <a:rPr lang="ko-KR" altLang="en-US" dirty="0"/>
              <a:t> 구성원 </a:t>
            </a:r>
            <a:r>
              <a:rPr lang="en-US" altLang="ko-KR" dirty="0"/>
              <a:t>id, </a:t>
            </a:r>
            <a:r>
              <a:rPr lang="ko-KR" altLang="en-US" dirty="0"/>
              <a:t>메시지 내용 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	java </a:t>
            </a:r>
            <a:r>
              <a:rPr lang="ko-KR" altLang="en-US" dirty="0"/>
              <a:t>서버에서 채팅 생성 날짜를 지금으로</a:t>
            </a:r>
            <a:r>
              <a:rPr lang="en-US" altLang="ko-KR" dirty="0"/>
              <a:t>, </a:t>
            </a:r>
            <a:r>
              <a:rPr lang="ko-KR" altLang="en-US" dirty="0"/>
              <a:t>읽지 않은 사람 수를 현재 </a:t>
            </a:r>
            <a:r>
              <a:rPr lang="ko-KR" altLang="en-US" dirty="0" err="1"/>
              <a:t>채팅방</a:t>
            </a:r>
            <a:r>
              <a:rPr lang="ko-KR" altLang="en-US" dirty="0"/>
              <a:t> 구성원 수로 설정해서 메시지를 </a:t>
            </a:r>
            <a:r>
              <a:rPr lang="en-US" altLang="ko-KR" dirty="0"/>
              <a:t>DB</a:t>
            </a:r>
            <a:r>
              <a:rPr lang="ko-KR" altLang="en-US" dirty="0"/>
              <a:t>에 저장</a:t>
            </a:r>
            <a:r>
              <a:rPr lang="en-US" altLang="ko-KR" dirty="0"/>
              <a:t>	</a:t>
            </a:r>
            <a:r>
              <a:rPr lang="ko-KR" altLang="en-US" dirty="0"/>
              <a:t>한 후</a:t>
            </a:r>
            <a:r>
              <a:rPr lang="en-US" altLang="ko-KR" dirty="0"/>
              <a:t>, </a:t>
            </a:r>
            <a:r>
              <a:rPr lang="ko-KR" altLang="en-US" dirty="0" err="1"/>
              <a:t>채팅방</a:t>
            </a:r>
            <a:r>
              <a:rPr lang="ko-KR" altLang="en-US" dirty="0"/>
              <a:t> 내 구성원에게 전달</a:t>
            </a:r>
            <a:r>
              <a:rPr lang="en-US" altLang="ko-KR" dirty="0"/>
              <a:t>.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13E430C-A8E3-70DC-A968-3793DE082E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85237"/>
            <a:ext cx="6160008" cy="2672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3670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E99DE2-6DBC-48E9-9CD1-691D21074D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49022"/>
            <a:ext cx="9144000" cy="1159955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2. </a:t>
            </a:r>
            <a:r>
              <a:rPr lang="ko-KR" altLang="en-US" dirty="0"/>
              <a:t>소켓 통신이 필요한 화면</a:t>
            </a:r>
          </a:p>
        </p:txBody>
      </p:sp>
    </p:spTree>
    <p:extLst>
      <p:ext uri="{BB962C8B-B14F-4D97-AF65-F5344CB8AC3E}">
        <p14:creationId xmlns:p14="http://schemas.microsoft.com/office/powerpoint/2010/main" val="32870230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3427905-3630-38E5-A1B9-82A59D595C22}"/>
              </a:ext>
            </a:extLst>
          </p:cNvPr>
          <p:cNvSpPr txBox="1"/>
          <p:nvPr/>
        </p:nvSpPr>
        <p:spPr>
          <a:xfrm>
            <a:off x="64008" y="258927"/>
            <a:ext cx="12127992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 err="1"/>
              <a:t>채팅방</a:t>
            </a:r>
            <a:r>
              <a:rPr lang="ko-KR" altLang="en-US" dirty="0"/>
              <a:t> 목록 화면</a:t>
            </a:r>
            <a:r>
              <a:rPr lang="en-US" altLang="ko-KR" dirty="0"/>
              <a:t>(</a:t>
            </a:r>
            <a:r>
              <a:rPr lang="en-US" altLang="ko-KR" dirty="0" err="1"/>
              <a:t>ChatHome</a:t>
            </a:r>
            <a:r>
              <a:rPr lang="en-US" altLang="ko-KR" dirty="0"/>
              <a:t>) : </a:t>
            </a:r>
            <a:r>
              <a:rPr lang="en-US" altLang="ko-KR" b="1" dirty="0"/>
              <a:t>1</a:t>
            </a:r>
            <a:r>
              <a:rPr lang="ko-KR" altLang="en-US" b="1" dirty="0"/>
              <a:t>개</a:t>
            </a:r>
            <a:r>
              <a:rPr lang="ko-KR" altLang="en-US" dirty="0"/>
              <a:t>의 소켓을 열고 내가 현재 속해 있는 채팅방의 정보를 다 받아온다</a:t>
            </a:r>
            <a:r>
              <a:rPr lang="en-US" altLang="ko-KR" dirty="0"/>
              <a:t>. </a:t>
            </a:r>
            <a:r>
              <a:rPr lang="ko-KR" altLang="en-US" dirty="0"/>
              <a:t>내가 이 화면을 보고 있는 중에 다른 사람이 내게 채팅을 보냈다면 안 읽은 메시지 개수가 올라간다</a:t>
            </a:r>
            <a:r>
              <a:rPr lang="en-US" altLang="ko-KR" dirty="0"/>
              <a:t>. </a:t>
            </a:r>
            <a:r>
              <a:rPr lang="ko-KR" altLang="en-US" dirty="0"/>
              <a:t>이 화면을 나가게 되면 소켓이 닫힌다</a:t>
            </a:r>
            <a:r>
              <a:rPr lang="en-US" altLang="ko-KR" dirty="0"/>
              <a:t>. </a:t>
            </a:r>
          </a:p>
          <a:p>
            <a:pPr marL="342900" indent="-342900">
              <a:buAutoNum type="arabicPeriod"/>
            </a:pPr>
            <a:r>
              <a:rPr lang="ko-KR" altLang="en-US" dirty="0"/>
              <a:t>일대일 채팅 화면</a:t>
            </a:r>
            <a:r>
              <a:rPr lang="en-US" altLang="ko-KR" dirty="0"/>
              <a:t>(Chat1to1) : 1</a:t>
            </a:r>
            <a:r>
              <a:rPr lang="ko-KR" altLang="en-US" dirty="0"/>
              <a:t>개의 소켓을 열고 채팅을 주고 받는다</a:t>
            </a:r>
            <a:r>
              <a:rPr lang="en-US" altLang="ko-KR" dirty="0"/>
              <a:t>. </a:t>
            </a:r>
            <a:r>
              <a:rPr lang="ko-KR" altLang="en-US" dirty="0"/>
              <a:t>이 화면을 벗어나면 소켓은 닫힌다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3-1. </a:t>
            </a:r>
            <a:r>
              <a:rPr lang="ko-KR" altLang="en-US" dirty="0"/>
              <a:t>두 화면이 아닌 앱 내 다른 화면에 있을 때 </a:t>
            </a:r>
            <a:r>
              <a:rPr lang="en-US" altLang="ko-KR" dirty="0"/>
              <a:t>: </a:t>
            </a:r>
            <a:r>
              <a:rPr lang="ko-KR" altLang="en-US" dirty="0"/>
              <a:t>앱 내 알림</a:t>
            </a:r>
            <a:r>
              <a:rPr lang="en-US" altLang="ko-KR" dirty="0"/>
              <a:t> </a:t>
            </a:r>
          </a:p>
          <a:p>
            <a:r>
              <a:rPr lang="en-US" altLang="ko-KR" dirty="0"/>
              <a:t>3-2. </a:t>
            </a:r>
            <a:r>
              <a:rPr lang="ko-KR" altLang="en-US" dirty="0"/>
              <a:t>앱 밖에 있을 때 </a:t>
            </a:r>
            <a:r>
              <a:rPr lang="en-US" altLang="ko-KR" dirty="0"/>
              <a:t>: </a:t>
            </a:r>
            <a:r>
              <a:rPr lang="ko-KR" altLang="en-US" b="1" dirty="0"/>
              <a:t>백그라운드 서비스로 소켓을 관리하는 법</a:t>
            </a:r>
            <a:endParaRPr lang="en-US" altLang="ko-KR" b="1" dirty="0"/>
          </a:p>
          <a:p>
            <a:r>
              <a:rPr lang="ko-KR" altLang="en-US" dirty="0" err="1"/>
              <a:t>으로</a:t>
            </a:r>
            <a:r>
              <a:rPr lang="ko-KR" altLang="en-US" dirty="0"/>
              <a:t> 클릭 시 일대일 채팅 화면으로 </a:t>
            </a:r>
            <a:r>
              <a:rPr lang="ko-KR" altLang="en-US" dirty="0" err="1"/>
              <a:t>들어감</a:t>
            </a:r>
            <a:endParaRPr lang="en-US" altLang="ko-KR" dirty="0"/>
          </a:p>
          <a:p>
            <a:endParaRPr lang="en-US" altLang="ko-KR" dirty="0"/>
          </a:p>
          <a:p>
            <a:pPr marL="285750" indent="-285750">
              <a:buFont typeface="Symbol" panose="05050102010706020507" pitchFamily="18" charset="2"/>
              <a:buChar char="Þ"/>
            </a:pPr>
            <a:r>
              <a:rPr lang="ko-KR" altLang="en-US" b="1" dirty="0"/>
              <a:t>파이프라인 </a:t>
            </a:r>
            <a:r>
              <a:rPr lang="en-US" altLang="ko-KR" b="1" dirty="0"/>
              <a:t>(</a:t>
            </a:r>
            <a:r>
              <a:rPr lang="ko-KR" altLang="en-US" b="1" dirty="0"/>
              <a:t>서버 </a:t>
            </a:r>
            <a:r>
              <a:rPr lang="en-US" altLang="ko-KR" b="1" dirty="0"/>
              <a:t>- </a:t>
            </a:r>
            <a:r>
              <a:rPr lang="ko-KR" altLang="en-US" b="1" dirty="0"/>
              <a:t>클라이언트</a:t>
            </a:r>
            <a:r>
              <a:rPr lang="en-US" altLang="ko-KR" b="1" dirty="0"/>
              <a:t>) : </a:t>
            </a:r>
            <a:r>
              <a:rPr lang="ko-KR" altLang="en-US" b="1" dirty="0"/>
              <a:t>소켓 </a:t>
            </a:r>
            <a:r>
              <a:rPr lang="en-US" altLang="ko-KR" b="1" dirty="0"/>
              <a:t>like </a:t>
            </a:r>
            <a:r>
              <a:rPr lang="ko-KR" altLang="en-US" b="1" dirty="0"/>
              <a:t>핸드폰 </a:t>
            </a:r>
            <a:r>
              <a:rPr lang="en-US" altLang="ko-KR" b="1" dirty="0"/>
              <a:t>/ “</a:t>
            </a:r>
            <a:r>
              <a:rPr lang="ko-KR" altLang="en-US" b="1" dirty="0"/>
              <a:t>소켓 </a:t>
            </a:r>
            <a:r>
              <a:rPr lang="en-US" altLang="ko-KR" b="1" dirty="0"/>
              <a:t>– </a:t>
            </a:r>
            <a:r>
              <a:rPr lang="ko-KR" altLang="en-US" b="1" dirty="0"/>
              <a:t>앱</a:t>
            </a:r>
            <a:r>
              <a:rPr lang="en-US" altLang="ko-KR" b="1" dirty="0"/>
              <a:t>”</a:t>
            </a:r>
            <a:r>
              <a:rPr lang="ko-KR" altLang="en-US" b="1" dirty="0"/>
              <a:t> </a:t>
            </a:r>
            <a:r>
              <a:rPr lang="en-US" altLang="ko-KR" b="1" dirty="0"/>
              <a:t>: </a:t>
            </a:r>
            <a:r>
              <a:rPr lang="ko-KR" altLang="en-US" b="1" dirty="0"/>
              <a:t>후 경우의 수 따라</a:t>
            </a:r>
            <a:endParaRPr lang="en-US" altLang="ko-KR" b="1" dirty="0"/>
          </a:p>
          <a:p>
            <a:r>
              <a:rPr lang="ko-KR" altLang="en-US" b="1" dirty="0"/>
              <a:t>클라이언트</a:t>
            </a:r>
            <a:r>
              <a:rPr lang="en-US" altLang="ko-KR" b="1" dirty="0"/>
              <a:t>(</a:t>
            </a:r>
            <a:r>
              <a:rPr lang="ko-KR" altLang="en-US" b="1" dirty="0"/>
              <a:t>메시지</a:t>
            </a:r>
            <a:r>
              <a:rPr lang="en-US" altLang="ko-KR" b="1" dirty="0"/>
              <a:t>, </a:t>
            </a:r>
            <a:r>
              <a:rPr lang="ko-KR" altLang="en-US" b="1" dirty="0"/>
              <a:t>안내 메시지 구분</a:t>
            </a:r>
            <a:r>
              <a:rPr lang="en-US" altLang="ko-KR" b="1" dirty="0"/>
              <a:t>)</a:t>
            </a:r>
          </a:p>
          <a:p>
            <a:r>
              <a:rPr lang="ko-KR" altLang="en-US" b="1" dirty="0"/>
              <a:t>서버</a:t>
            </a:r>
            <a:r>
              <a:rPr lang="en-US" altLang="ko-KR" b="1" dirty="0"/>
              <a:t>(</a:t>
            </a:r>
            <a:r>
              <a:rPr lang="ko-KR" altLang="en-US" b="1" dirty="0"/>
              <a:t>어디서 </a:t>
            </a:r>
            <a:r>
              <a:rPr lang="ko-KR" altLang="en-US" b="1" dirty="0" err="1"/>
              <a:t>왔을지</a:t>
            </a:r>
            <a:r>
              <a:rPr lang="en-US" altLang="ko-KR" b="1" dirty="0"/>
              <a:t> </a:t>
            </a:r>
            <a:r>
              <a:rPr lang="ko-KR" altLang="en-US" b="1" dirty="0"/>
              <a:t>등</a:t>
            </a:r>
            <a:r>
              <a:rPr lang="en-US" altLang="ko-KR" b="1" dirty="0"/>
              <a:t>)</a:t>
            </a:r>
            <a:r>
              <a:rPr lang="ko-KR" altLang="en-US" b="1" dirty="0"/>
              <a:t> </a:t>
            </a:r>
            <a:endParaRPr lang="en-US" altLang="ko-KR" b="1" dirty="0"/>
          </a:p>
          <a:p>
            <a:endParaRPr lang="en-US" altLang="ko-KR" b="1" dirty="0"/>
          </a:p>
          <a:p>
            <a:r>
              <a:rPr lang="ko-KR" altLang="en-US" b="1" dirty="0"/>
              <a:t>⭐ 소켓을 언제 생성하고</a:t>
            </a:r>
            <a:r>
              <a:rPr lang="en-US" altLang="ko-KR" b="1" dirty="0"/>
              <a:t>, </a:t>
            </a:r>
            <a:r>
              <a:rPr lang="ko-KR" altLang="en-US" b="1" dirty="0"/>
              <a:t>유지</a:t>
            </a:r>
            <a:r>
              <a:rPr lang="en-US" altLang="ko-KR" b="1" dirty="0"/>
              <a:t>/</a:t>
            </a:r>
            <a:r>
              <a:rPr lang="ko-KR" altLang="en-US" b="1" dirty="0"/>
              <a:t>관리할 지</a:t>
            </a:r>
            <a:r>
              <a:rPr lang="en-US" altLang="ko-KR" b="1" dirty="0"/>
              <a:t>. Feat. “</a:t>
            </a:r>
            <a:r>
              <a:rPr lang="ko-KR" altLang="en-US" b="1" dirty="0"/>
              <a:t>서비스</a:t>
            </a:r>
            <a:r>
              <a:rPr lang="en-US" altLang="ko-KR" b="1" dirty="0"/>
              <a:t>”</a:t>
            </a:r>
            <a:r>
              <a:rPr lang="ko-KR" altLang="en-US" b="1" dirty="0"/>
              <a:t> </a:t>
            </a:r>
            <a:r>
              <a:rPr lang="en-US" altLang="ko-KR" b="1" dirty="0"/>
              <a:t>(</a:t>
            </a:r>
            <a:r>
              <a:rPr lang="ko-KR" altLang="en-US" b="1" dirty="0"/>
              <a:t>앱 단위 관리</a:t>
            </a:r>
            <a:r>
              <a:rPr lang="en-US" altLang="ko-KR" b="1" dirty="0"/>
              <a:t>)</a:t>
            </a:r>
          </a:p>
          <a:p>
            <a:endParaRPr lang="en-US" altLang="ko-KR" b="1" dirty="0"/>
          </a:p>
          <a:p>
            <a:r>
              <a:rPr lang="en-US" altLang="ko-KR" b="1" dirty="0"/>
              <a:t>“why? </a:t>
            </a:r>
            <a:r>
              <a:rPr lang="ko-KR" altLang="en-US" b="1" dirty="0"/>
              <a:t>필요성</a:t>
            </a:r>
            <a:r>
              <a:rPr lang="en-US" altLang="ko-KR" b="1" dirty="0"/>
              <a:t>, </a:t>
            </a:r>
            <a:r>
              <a:rPr lang="ko-KR" altLang="en-US" b="1" dirty="0"/>
              <a:t>이유</a:t>
            </a:r>
            <a:r>
              <a:rPr lang="en-US" altLang="ko-KR" b="1" dirty="0"/>
              <a:t>” 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1931B98-27D3-C52A-684A-2E40B5D60E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3049" y="986693"/>
            <a:ext cx="8068056" cy="5871307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2CF5147E-6B8D-986F-B811-386387C817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939" y="1121605"/>
            <a:ext cx="3477110" cy="5601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093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349</Words>
  <Application>Microsoft Office PowerPoint</Application>
  <PresentationFormat>와이드스크린</PresentationFormat>
  <Paragraphs>41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맑은 고딕</vt:lpstr>
      <vt:lpstr>Arial</vt:lpstr>
      <vt:lpstr>Symbol</vt:lpstr>
      <vt:lpstr>Office 테마</vt:lpstr>
      <vt:lpstr>1. 일대일 채팅 로직 구상</vt:lpstr>
      <vt:lpstr>1:1 채팅 화면 구현 </vt:lpstr>
      <vt:lpstr>1:1 채팅 화면 구현 </vt:lpstr>
      <vt:lpstr>2. 소켓 통신이 필요한 화면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일대일 채팅 로직 구상</dc:title>
  <dc:creator>현진 김</dc:creator>
  <cp:lastModifiedBy>현진 김</cp:lastModifiedBy>
  <cp:revision>1</cp:revision>
  <dcterms:created xsi:type="dcterms:W3CDTF">2024-05-06T05:19:09Z</dcterms:created>
  <dcterms:modified xsi:type="dcterms:W3CDTF">2024-05-06T08:16:06Z</dcterms:modified>
</cp:coreProperties>
</file>