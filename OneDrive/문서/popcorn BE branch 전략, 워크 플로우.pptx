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170A1-CE47-9E3F-0BFF-5092B6B53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44C232-02E2-3F13-DEC9-693037498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35AA1-055A-A8BB-16DE-DDD16300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93691-FF98-EAC7-339F-5AEB0963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25837-46C4-27BF-0436-6A28069F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51FCE-2D3C-B8DF-F927-27F1C0CC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816F5-030A-CEBB-66C6-CC4332E9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45BA4-77E8-5B19-086E-3B60C88E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C16AFD-057F-D534-8D30-B0CC20F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C78212-8F66-124E-1505-25351038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2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175B0-90C4-D6D1-F00C-49927396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463EED-AF58-168D-1F4A-EABAA10BC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9A87E-781C-504C-1BCE-E5425769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5C118A-CBF6-9134-EE63-50F5DBC0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BAAD39-FA6F-A36D-4D39-358D23D7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16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9F130-A23C-118B-BEAC-14ED0A72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CADF1-68FD-5435-7F66-EC20EF9AB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7E25FD-BE03-4BF8-2D5F-7917BB5FE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D76E01-EEB2-1457-F824-02382F11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3D064-1287-6BFA-DE50-785B1BC0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EFD044-21B0-C01F-3FF9-2AE5AC81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5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99AD3-8B3C-C1B7-95CB-4FBEA443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E1A5B5-8A11-06DD-2EA6-BC4288F4C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ED2B0-EB95-36AD-A7A2-8830D99DC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16FE9F-EEC1-92C0-A9FB-C50334B1A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DE19AC-D1D1-8016-F81D-9EC93711B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CB5AAE-1129-5141-D76D-18FB3238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6FF364-4469-F480-6709-5245EF9D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CBE44F-A516-C612-90B3-66A12FEB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85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36E31-1C11-2B7A-0669-8F2821778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C0F4AF-BA25-4A20-BD2B-F837DABBC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D89C89-3301-7E02-213F-3E4C7A07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AD2D6E-8D27-979F-BAB2-4A2A6724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41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46F71E-6F14-7F8D-EDCD-2B7F2516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2CDEF2-2FDF-B5A5-6F31-14ABB6C8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E859B-A74F-BB5A-FE42-EFC1256B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47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F5519-EDF1-BA8C-7814-A07D75D6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87299-8A64-A73F-FD1A-1AA4BC4DB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A15719-0334-59C6-86D6-76F991134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20A4DD-6D10-279D-438D-81372274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B135D-2A6C-5461-DD5D-BF9034A5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741B9D-1C71-4508-6D4E-D5E42E6C5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37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78E16-79BC-C7FC-4BB6-C95BFF31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A597E9-7931-D915-91DC-19F2B9B05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BCF177-ECCC-4829-E716-F6E6CC1FD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1D2DE3-4AF1-A219-E866-91442376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CC410F-79A1-DA2A-6B88-073EEAA3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14941-5EA7-8C43-2AE6-E9A76CFE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50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024D4-FB74-FD9D-71D1-1AB1766D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060000-1219-5E73-3128-8EB3E4645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0B016-6C19-69A7-CF77-B89BB3C2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42278-CA31-10E8-E50F-5022A479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B6E66-0A81-942F-37AD-1B918758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56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D76662-5D4D-5C01-18A0-7D947106D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344A6A-2BFC-4B88-8FBE-FB27CDF8C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B86F8-5454-5F79-F546-49CA758C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663F7-A7B4-EBAB-96E0-A9794AD8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D28695-0BA2-35E5-C601-87780D2A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10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BBAA51-EE81-AF25-B094-47B3A4C46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2C3EC-09D8-1C38-1FEC-692D1B530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D7AF8-F12E-9CDE-5134-0BAB5379E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811B3-73D2-4E68-85C9-8362AAE14948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1F0724-E2D1-A7D4-32DE-632FC121E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24EA63-D6C5-7DB1-E8A1-6B6A1F4E4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9283F-9E95-476F-B05C-1D37F0AD1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14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46D9750D-AC56-1284-1976-ECE721DDE6DA}"/>
              </a:ext>
            </a:extLst>
          </p:cNvPr>
          <p:cNvGrpSpPr/>
          <p:nvPr/>
        </p:nvGrpSpPr>
        <p:grpSpPr>
          <a:xfrm>
            <a:off x="0" y="1954"/>
            <a:ext cx="12192000" cy="3542029"/>
            <a:chOff x="0" y="2459735"/>
            <a:chExt cx="12192000" cy="354202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BF56AD9-56C2-1A60-9A09-E7F25098D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1163"/>
            <a:stretch/>
          </p:blipFill>
          <p:spPr>
            <a:xfrm>
              <a:off x="0" y="2459736"/>
              <a:ext cx="12192000" cy="35420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56A3540-68D6-3E82-2721-0C069ED3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860" y="2577534"/>
              <a:ext cx="2676899" cy="282191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C5E0733-2403-FD96-0E8D-ED2175C1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6705" y="2459735"/>
              <a:ext cx="516242" cy="11779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EF6008-BA48-ABA5-B373-6A929ADC128C}"/>
                </a:ext>
              </a:extLst>
            </p:cNvPr>
            <p:cNvSpPr txBox="1"/>
            <p:nvPr/>
          </p:nvSpPr>
          <p:spPr>
            <a:xfrm>
              <a:off x="1131421" y="2577534"/>
              <a:ext cx="12057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latin typeface="G마켓 산스 Bold" panose="02000000000000000000" pitchFamily="50" charset="-128"/>
                  <a:ea typeface="G마켓 산스 Bold" panose="02000000000000000000" pitchFamily="50" charset="-128"/>
                </a:rPr>
                <a:t>Main</a:t>
              </a:r>
              <a:endParaRPr lang="ko-KR" altLang="en-US" sz="2800" b="1" dirty="0">
                <a:latin typeface="G마켓 산스 Bold" panose="02000000000000000000" pitchFamily="50" charset="-128"/>
                <a:ea typeface="G마켓 산스 Bold" panose="02000000000000000000" pitchFamily="50" charset="-12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D1D6EF-A916-3AE2-A0B3-7F00817BAF85}"/>
                </a:ext>
              </a:extLst>
            </p:cNvPr>
            <p:cNvSpPr txBox="1"/>
            <p:nvPr/>
          </p:nvSpPr>
          <p:spPr>
            <a:xfrm>
              <a:off x="1254850" y="3707530"/>
              <a:ext cx="9589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latin typeface="G마켓 산스 Bold" panose="02000000000000000000" pitchFamily="50" charset="-128"/>
                  <a:ea typeface="G마켓 산스 Bold" panose="02000000000000000000" pitchFamily="50" charset="-128"/>
                </a:rPr>
                <a:t>dev</a:t>
              </a:r>
              <a:endParaRPr lang="ko-KR" altLang="en-US" sz="2800" b="1" dirty="0">
                <a:latin typeface="G마켓 산스 Bold" panose="02000000000000000000" pitchFamily="50" charset="-128"/>
                <a:ea typeface="G마켓 산스 Bold" panose="02000000000000000000" pitchFamily="50" charset="-12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7697C0-4B97-7A4B-7C9B-6C78D398CADF}"/>
                </a:ext>
              </a:extLst>
            </p:cNvPr>
            <p:cNvSpPr txBox="1"/>
            <p:nvPr/>
          </p:nvSpPr>
          <p:spPr>
            <a:xfrm>
              <a:off x="1254850" y="4764170"/>
              <a:ext cx="1043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latin typeface="G마켓 산스 Bold" panose="02000000000000000000" pitchFamily="50" charset="-128"/>
                  <a:ea typeface="G마켓 산스 Bold" panose="02000000000000000000" pitchFamily="50" charset="-128"/>
                </a:rPr>
                <a:t>feat</a:t>
              </a:r>
              <a:endParaRPr lang="ko-KR" altLang="en-US" sz="2800" b="1" dirty="0">
                <a:latin typeface="G마켓 산스 Bold" panose="02000000000000000000" pitchFamily="50" charset="-128"/>
                <a:ea typeface="G마켓 산스 Bold" panose="02000000000000000000" pitchFamily="50" charset="-128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EA6085E-75ED-03B5-F1E4-0B4B1B45F40F}"/>
              </a:ext>
            </a:extLst>
          </p:cNvPr>
          <p:cNvSpPr txBox="1"/>
          <p:nvPr/>
        </p:nvSpPr>
        <p:spPr>
          <a:xfrm>
            <a:off x="0" y="3661781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Main =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서버에 올릴 완성된 코드만 있는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브랜치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dev =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개발 중인 코드가 있는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브랜치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Feat =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개발자가 자기 파트 맡아서 개발할 때 생성해서 작업하는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브랜치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  <a:p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  <a:p>
            <a:pPr marL="514350" indent="-514350">
              <a:buAutoNum type="arabicPeriod"/>
            </a:pP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작업 전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, dev</a:t>
            </a: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에서 코드를 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pull</a:t>
            </a: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해서 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local</a:t>
            </a: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로 가져온다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. </a:t>
            </a:r>
          </a:p>
          <a:p>
            <a:pPr marL="514350" indent="-514350">
              <a:buAutoNum type="arabicPeriod"/>
            </a:pP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Local(</a:t>
            </a: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자기 컴퓨터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)</a:t>
            </a: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에서 코드를 작업한다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.</a:t>
            </a:r>
          </a:p>
          <a:p>
            <a:pPr marL="514350" indent="-514350">
              <a:buAutoNum type="arabicPeriod"/>
            </a:pP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작업이 다 되면 </a:t>
            </a:r>
            <a:endParaRPr lang="en-US" altLang="ko-KR" sz="2800" dirty="0"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  <a:p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Main = master branch. </a:t>
            </a:r>
            <a:r>
              <a:rPr lang="ko-KR" altLang="en-US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바로 접근 </a:t>
            </a:r>
            <a:r>
              <a:rPr lang="en-US" altLang="ko-KR" sz="2800" dirty="0"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X</a:t>
            </a:r>
            <a:endParaRPr lang="ko-KR" altLang="en-US" sz="2800" dirty="0"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</p:txBody>
      </p:sp>
      <p:sp>
        <p:nvSpPr>
          <p:cNvPr id="15" name="말풍선: 타원형 14">
            <a:extLst>
              <a:ext uri="{FF2B5EF4-FFF2-40B4-BE49-F238E27FC236}">
                <a16:creationId xmlns:a16="http://schemas.microsoft.com/office/drawing/2014/main" id="{8BE47BE6-0FF7-0D71-B51F-48B03449D843}"/>
              </a:ext>
            </a:extLst>
          </p:cNvPr>
          <p:cNvSpPr/>
          <p:nvPr/>
        </p:nvSpPr>
        <p:spPr>
          <a:xfrm>
            <a:off x="7158425" y="1601840"/>
            <a:ext cx="2046281" cy="915359"/>
          </a:xfrm>
          <a:prstGeom prst="wedgeEllipseCallout">
            <a:avLst>
              <a:gd name="adj1" fmla="val -63523"/>
              <a:gd name="adj2" fmla="val -2218"/>
            </a:avLst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PR 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 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리뷰 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명 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ok 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G마켓 산스 Medium" panose="02000000000000000000" pitchFamily="50" charset="-128"/>
                <a:ea typeface="G마켓 산스 Medium" panose="02000000000000000000" pitchFamily="50" charset="-128"/>
              </a:rPr>
              <a:t>머지</a:t>
            </a:r>
            <a:endParaRPr lang="ko-KR" altLang="en-US" dirty="0">
              <a:solidFill>
                <a:schemeClr val="tx1"/>
              </a:solidFill>
              <a:latin typeface="G마켓 산스 Medium" panose="02000000000000000000" pitchFamily="50" charset="-128"/>
              <a:ea typeface="G마켓 산스 Medium" panose="020000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065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69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G마켓 산스 Bold</vt:lpstr>
      <vt:lpstr>G마켓 산스 Medium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2024-11-04T11:37:19Z</dcterms:created>
  <dcterms:modified xsi:type="dcterms:W3CDTF">2024-11-04T11:52:25Z</dcterms:modified>
</cp:coreProperties>
</file>