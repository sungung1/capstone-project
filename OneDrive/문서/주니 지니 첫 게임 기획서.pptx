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67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EB68C-D3D2-4992-9505-7FC37B6D28D4}" v="105" dt="2024-08-24T09:50:52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83CEB68C-D3D2-4992-9505-7FC37B6D28D4}"/>
    <pc:docChg chg="undo custSel addSld delSld modSld sldOrd">
      <pc:chgData name="현진 김" userId="75745d21e3536c0a" providerId="LiveId" clId="{83CEB68C-D3D2-4992-9505-7FC37B6D28D4}" dt="2024-08-24T10:04:56.310" v="5062" actId="20577"/>
      <pc:docMkLst>
        <pc:docMk/>
      </pc:docMkLst>
      <pc:sldChg chg="modSp mod">
        <pc:chgData name="현진 김" userId="75745d21e3536c0a" providerId="LiveId" clId="{83CEB68C-D3D2-4992-9505-7FC37B6D28D4}" dt="2024-08-19T07:52:25.116" v="342" actId="1076"/>
        <pc:sldMkLst>
          <pc:docMk/>
          <pc:sldMk cId="1964094311" sldId="258"/>
        </pc:sldMkLst>
        <pc:spChg chg="mod">
          <ac:chgData name="현진 김" userId="75745d21e3536c0a" providerId="LiveId" clId="{83CEB68C-D3D2-4992-9505-7FC37B6D28D4}" dt="2024-08-19T07:52:25.116" v="342" actId="1076"/>
          <ac:spMkLst>
            <pc:docMk/>
            <pc:sldMk cId="1964094311" sldId="258"/>
            <ac:spMk id="3" creationId="{6D9B3609-21C6-CE1E-5605-F18C8C448A46}"/>
          </ac:spMkLst>
        </pc:spChg>
      </pc:sldChg>
      <pc:sldChg chg="modSp mod">
        <pc:chgData name="현진 김" userId="75745d21e3536c0a" providerId="LiveId" clId="{83CEB68C-D3D2-4992-9505-7FC37B6D28D4}" dt="2024-08-24T07:46:23.545" v="771" actId="20577"/>
        <pc:sldMkLst>
          <pc:docMk/>
          <pc:sldMk cId="2304923983" sldId="259"/>
        </pc:sldMkLst>
        <pc:spChg chg="mod">
          <ac:chgData name="현진 김" userId="75745d21e3536c0a" providerId="LiveId" clId="{83CEB68C-D3D2-4992-9505-7FC37B6D28D4}" dt="2024-08-24T07:46:23.545" v="771" actId="20577"/>
          <ac:spMkLst>
            <pc:docMk/>
            <pc:sldMk cId="2304923983" sldId="259"/>
            <ac:spMk id="5" creationId="{840EF99E-255F-89C9-2AEA-CA9E715B3FB2}"/>
          </ac:spMkLst>
        </pc:spChg>
      </pc:sldChg>
      <pc:sldChg chg="addSp modSp new mod">
        <pc:chgData name="현진 김" userId="75745d21e3536c0a" providerId="LiveId" clId="{83CEB68C-D3D2-4992-9505-7FC37B6D28D4}" dt="2024-08-24T09:27:18.274" v="3532"/>
        <pc:sldMkLst>
          <pc:docMk/>
          <pc:sldMk cId="561216975" sldId="260"/>
        </pc:sldMkLst>
        <pc:spChg chg="mod">
          <ac:chgData name="현진 김" userId="75745d21e3536c0a" providerId="LiveId" clId="{83CEB68C-D3D2-4992-9505-7FC37B6D28D4}" dt="2024-08-24T08:16:48.814" v="1020" actId="20577"/>
          <ac:spMkLst>
            <pc:docMk/>
            <pc:sldMk cId="561216975" sldId="260"/>
            <ac:spMk id="2" creationId="{388BCB17-FF9E-F1E4-270B-5029D8C40C07}"/>
          </ac:spMkLst>
        </pc:spChg>
        <pc:spChg chg="mod">
          <ac:chgData name="현진 김" userId="75745d21e3536c0a" providerId="LiveId" clId="{83CEB68C-D3D2-4992-9505-7FC37B6D28D4}" dt="2024-08-24T09:27:18.274" v="3532"/>
          <ac:spMkLst>
            <pc:docMk/>
            <pc:sldMk cId="561216975" sldId="260"/>
            <ac:spMk id="3" creationId="{A9486AD8-F8C2-B606-6043-76C61B5FEB9E}"/>
          </ac:spMkLst>
        </pc:spChg>
        <pc:picChg chg="add mod">
          <ac:chgData name="현진 김" userId="75745d21e3536c0a" providerId="LiveId" clId="{83CEB68C-D3D2-4992-9505-7FC37B6D28D4}" dt="2024-08-24T08:15:59.094" v="884" actId="1036"/>
          <ac:picMkLst>
            <pc:docMk/>
            <pc:sldMk cId="561216975" sldId="260"/>
            <ac:picMk id="5" creationId="{33A08526-A27C-5A3A-4FB3-13568C438BC6}"/>
          </ac:picMkLst>
        </pc:picChg>
      </pc:sldChg>
      <pc:sldChg chg="del">
        <pc:chgData name="현진 김" userId="75745d21e3536c0a" providerId="LiveId" clId="{83CEB68C-D3D2-4992-9505-7FC37B6D28D4}" dt="2024-08-19T07:49:37.143" v="0" actId="47"/>
        <pc:sldMkLst>
          <pc:docMk/>
          <pc:sldMk cId="2373343049" sldId="260"/>
        </pc:sldMkLst>
      </pc:sldChg>
      <pc:sldChg chg="addSp delSp modSp new mod ord">
        <pc:chgData name="현진 김" userId="75745d21e3536c0a" providerId="LiveId" clId="{83CEB68C-D3D2-4992-9505-7FC37B6D28D4}" dt="2024-08-24T08:23:38.603" v="1590"/>
        <pc:sldMkLst>
          <pc:docMk/>
          <pc:sldMk cId="1856562232" sldId="261"/>
        </pc:sldMkLst>
        <pc:spChg chg="mod">
          <ac:chgData name="현진 김" userId="75745d21e3536c0a" providerId="LiveId" clId="{83CEB68C-D3D2-4992-9505-7FC37B6D28D4}" dt="2024-08-24T08:21:11.508" v="1414" actId="20577"/>
          <ac:spMkLst>
            <pc:docMk/>
            <pc:sldMk cId="1856562232" sldId="261"/>
            <ac:spMk id="2" creationId="{78E31CB8-DD9A-CA83-7A92-70739DD0E81C}"/>
          </ac:spMkLst>
        </pc:spChg>
        <pc:spChg chg="add del mod">
          <ac:chgData name="현진 김" userId="75745d21e3536c0a" providerId="LiveId" clId="{83CEB68C-D3D2-4992-9505-7FC37B6D28D4}" dt="2024-08-24T08:22:35.170" v="1530" actId="14100"/>
          <ac:spMkLst>
            <pc:docMk/>
            <pc:sldMk cId="1856562232" sldId="261"/>
            <ac:spMk id="3" creationId="{A7F3563F-C49C-12C9-1FEF-5421F81A0555}"/>
          </ac:spMkLst>
        </pc:spChg>
        <pc:spChg chg="add mod">
          <ac:chgData name="현진 김" userId="75745d21e3536c0a" providerId="LiveId" clId="{83CEB68C-D3D2-4992-9505-7FC37B6D28D4}" dt="2024-08-24T08:22:51.998" v="1558" actId="20577"/>
          <ac:spMkLst>
            <pc:docMk/>
            <pc:sldMk cId="1856562232" sldId="261"/>
            <ac:spMk id="6" creationId="{AF60A4B6-DE81-841D-A703-FC9B65B51BC2}"/>
          </ac:spMkLst>
        </pc:spChg>
        <pc:picChg chg="add del mod">
          <ac:chgData name="현진 김" userId="75745d21e3536c0a" providerId="LiveId" clId="{83CEB68C-D3D2-4992-9505-7FC37B6D28D4}" dt="2024-08-24T08:19:49.065" v="1231" actId="22"/>
          <ac:picMkLst>
            <pc:docMk/>
            <pc:sldMk cId="1856562232" sldId="261"/>
            <ac:picMk id="5" creationId="{5885DD47-03C2-342F-524A-8EA04A20FF3E}"/>
          </ac:picMkLst>
        </pc:picChg>
      </pc:sldChg>
      <pc:sldChg chg="modSp new mod">
        <pc:chgData name="현진 김" userId="75745d21e3536c0a" providerId="LiveId" clId="{83CEB68C-D3D2-4992-9505-7FC37B6D28D4}" dt="2024-08-24T08:23:14.493" v="1566" actId="20577"/>
        <pc:sldMkLst>
          <pc:docMk/>
          <pc:sldMk cId="1391260288" sldId="262"/>
        </pc:sldMkLst>
        <pc:spChg chg="mod">
          <ac:chgData name="현진 김" userId="75745d21e3536c0a" providerId="LiveId" clId="{83CEB68C-D3D2-4992-9505-7FC37B6D28D4}" dt="2024-08-24T08:23:14.493" v="1566" actId="20577"/>
          <ac:spMkLst>
            <pc:docMk/>
            <pc:sldMk cId="1391260288" sldId="262"/>
            <ac:spMk id="2" creationId="{958E75B8-2D67-D9FE-E9B5-3CDC9A9A5AC6}"/>
          </ac:spMkLst>
        </pc:spChg>
      </pc:sldChg>
      <pc:sldChg chg="modSp add mod">
        <pc:chgData name="현진 김" userId="75745d21e3536c0a" providerId="LiveId" clId="{83CEB68C-D3D2-4992-9505-7FC37B6D28D4}" dt="2024-08-24T08:23:20.080" v="1576" actId="20577"/>
        <pc:sldMkLst>
          <pc:docMk/>
          <pc:sldMk cId="2416308512" sldId="263"/>
        </pc:sldMkLst>
        <pc:spChg chg="mod">
          <ac:chgData name="현진 김" userId="75745d21e3536c0a" providerId="LiveId" clId="{83CEB68C-D3D2-4992-9505-7FC37B6D28D4}" dt="2024-08-24T08:23:20.080" v="1576" actId="20577"/>
          <ac:spMkLst>
            <pc:docMk/>
            <pc:sldMk cId="2416308512" sldId="263"/>
            <ac:spMk id="2" creationId="{958E75B8-2D67-D9FE-E9B5-3CDC9A9A5AC6}"/>
          </ac:spMkLst>
        </pc:spChg>
      </pc:sldChg>
      <pc:sldChg chg="modSp add mod">
        <pc:chgData name="현진 김" userId="75745d21e3536c0a" providerId="LiveId" clId="{83CEB68C-D3D2-4992-9505-7FC37B6D28D4}" dt="2024-08-24T08:23:23.937" v="1588" actId="20577"/>
        <pc:sldMkLst>
          <pc:docMk/>
          <pc:sldMk cId="682320674" sldId="264"/>
        </pc:sldMkLst>
        <pc:spChg chg="mod">
          <ac:chgData name="현진 김" userId="75745d21e3536c0a" providerId="LiveId" clId="{83CEB68C-D3D2-4992-9505-7FC37B6D28D4}" dt="2024-08-24T08:23:23.937" v="1588" actId="20577"/>
          <ac:spMkLst>
            <pc:docMk/>
            <pc:sldMk cId="682320674" sldId="264"/>
            <ac:spMk id="2" creationId="{958E75B8-2D67-D9FE-E9B5-3CDC9A9A5AC6}"/>
          </ac:spMkLst>
        </pc:spChg>
      </pc:sldChg>
      <pc:sldChg chg="new del">
        <pc:chgData name="현진 김" userId="75745d21e3536c0a" providerId="LiveId" clId="{83CEB68C-D3D2-4992-9505-7FC37B6D28D4}" dt="2024-08-24T08:23:47.853" v="1592" actId="47"/>
        <pc:sldMkLst>
          <pc:docMk/>
          <pc:sldMk cId="2005064903" sldId="265"/>
        </pc:sldMkLst>
      </pc:sldChg>
      <pc:sldChg chg="delSp modSp new mod">
        <pc:chgData name="현진 김" userId="75745d21e3536c0a" providerId="LiveId" clId="{83CEB68C-D3D2-4992-9505-7FC37B6D28D4}" dt="2024-08-24T09:56:46.133" v="4413" actId="478"/>
        <pc:sldMkLst>
          <pc:docMk/>
          <pc:sldMk cId="3709178930" sldId="265"/>
        </pc:sldMkLst>
        <pc:spChg chg="mod">
          <ac:chgData name="현진 김" userId="75745d21e3536c0a" providerId="LiveId" clId="{83CEB68C-D3D2-4992-9505-7FC37B6D28D4}" dt="2024-08-24T08:24:06.260" v="1609" actId="20577"/>
          <ac:spMkLst>
            <pc:docMk/>
            <pc:sldMk cId="3709178930" sldId="265"/>
            <ac:spMk id="2" creationId="{9CB7468D-64E7-C52C-EB98-5BDF9582FC03}"/>
          </ac:spMkLst>
        </pc:spChg>
        <pc:spChg chg="del">
          <ac:chgData name="현진 김" userId="75745d21e3536c0a" providerId="LiveId" clId="{83CEB68C-D3D2-4992-9505-7FC37B6D28D4}" dt="2024-08-24T09:56:46.133" v="4413" actId="478"/>
          <ac:spMkLst>
            <pc:docMk/>
            <pc:sldMk cId="3709178930" sldId="265"/>
            <ac:spMk id="3" creationId="{8106FD5F-6F48-9379-8442-A207F44FF83B}"/>
          </ac:spMkLst>
        </pc:spChg>
      </pc:sldChg>
      <pc:sldChg chg="addSp delSp modSp new mod ord">
        <pc:chgData name="현진 김" userId="75745d21e3536c0a" providerId="LiveId" clId="{83CEB68C-D3D2-4992-9505-7FC37B6D28D4}" dt="2024-08-24T09:55:56.073" v="4412" actId="20577"/>
        <pc:sldMkLst>
          <pc:docMk/>
          <pc:sldMk cId="1152393621" sldId="266"/>
        </pc:sldMkLst>
        <pc:spChg chg="mod">
          <ac:chgData name="현진 김" userId="75745d21e3536c0a" providerId="LiveId" clId="{83CEB68C-D3D2-4992-9505-7FC37B6D28D4}" dt="2024-08-24T08:24:17.764" v="1630" actId="20577"/>
          <ac:spMkLst>
            <pc:docMk/>
            <pc:sldMk cId="1152393621" sldId="266"/>
            <ac:spMk id="2" creationId="{EFD56632-33EA-F39D-E6D1-2E3790E57DB3}"/>
          </ac:spMkLst>
        </pc:spChg>
        <pc:spChg chg="mod">
          <ac:chgData name="현진 김" userId="75745d21e3536c0a" providerId="LiveId" clId="{83CEB68C-D3D2-4992-9505-7FC37B6D28D4}" dt="2024-08-24T09:55:56.073" v="4412" actId="20577"/>
          <ac:spMkLst>
            <pc:docMk/>
            <pc:sldMk cId="1152393621" sldId="266"/>
            <ac:spMk id="3" creationId="{270F91A3-5656-0F7D-B879-85508424CB3C}"/>
          </ac:spMkLst>
        </pc:spChg>
        <pc:spChg chg="add del mod">
          <ac:chgData name="현진 김" userId="75745d21e3536c0a" providerId="LiveId" clId="{83CEB68C-D3D2-4992-9505-7FC37B6D28D4}" dt="2024-08-24T09:40:58.255" v="3825" actId="478"/>
          <ac:spMkLst>
            <pc:docMk/>
            <pc:sldMk cId="1152393621" sldId="266"/>
            <ac:spMk id="5" creationId="{C89CD2D7-1C4D-D1D2-5FF2-370A894392C8}"/>
          </ac:spMkLst>
        </pc:spChg>
      </pc:sldChg>
      <pc:sldChg chg="delSp modSp add mod">
        <pc:chgData name="현진 김" userId="75745d21e3536c0a" providerId="LiveId" clId="{83CEB68C-D3D2-4992-9505-7FC37B6D28D4}" dt="2024-08-24T10:04:56.310" v="5062" actId="20577"/>
        <pc:sldMkLst>
          <pc:docMk/>
          <pc:sldMk cId="3705064506" sldId="267"/>
        </pc:sldMkLst>
        <pc:spChg chg="mod">
          <ac:chgData name="현진 김" userId="75745d21e3536c0a" providerId="LiveId" clId="{83CEB68C-D3D2-4992-9505-7FC37B6D28D4}" dt="2024-08-24T09:32:14.137" v="3567"/>
          <ac:spMkLst>
            <pc:docMk/>
            <pc:sldMk cId="3705064506" sldId="267"/>
            <ac:spMk id="2" creationId="{EFD56632-33EA-F39D-E6D1-2E3790E57DB3}"/>
          </ac:spMkLst>
        </pc:spChg>
        <pc:spChg chg="mod">
          <ac:chgData name="현진 김" userId="75745d21e3536c0a" providerId="LiveId" clId="{83CEB68C-D3D2-4992-9505-7FC37B6D28D4}" dt="2024-08-24T10:04:56.310" v="5062" actId="20577"/>
          <ac:spMkLst>
            <pc:docMk/>
            <pc:sldMk cId="3705064506" sldId="267"/>
            <ac:spMk id="3" creationId="{270F91A3-5656-0F7D-B879-85508424CB3C}"/>
          </ac:spMkLst>
        </pc:spChg>
        <pc:spChg chg="del">
          <ac:chgData name="현진 김" userId="75745d21e3536c0a" providerId="LiveId" clId="{83CEB68C-D3D2-4992-9505-7FC37B6D28D4}" dt="2024-08-24T09:32:16.476" v="3568" actId="478"/>
          <ac:spMkLst>
            <pc:docMk/>
            <pc:sldMk cId="3705064506" sldId="267"/>
            <ac:spMk id="5" creationId="{C89CD2D7-1C4D-D1D2-5FF2-370A894392C8}"/>
          </ac:spMkLst>
        </pc:spChg>
      </pc:sldChg>
      <pc:sldChg chg="addSp delSp modSp add mod">
        <pc:chgData name="현진 김" userId="75745d21e3536c0a" providerId="LiveId" clId="{83CEB68C-D3D2-4992-9505-7FC37B6D28D4}" dt="2024-08-24T10:01:17.888" v="4656" actId="20577"/>
        <pc:sldMkLst>
          <pc:docMk/>
          <pc:sldMk cId="3700937976" sldId="268"/>
        </pc:sldMkLst>
        <pc:spChg chg="mod">
          <ac:chgData name="현진 김" userId="75745d21e3536c0a" providerId="LiveId" clId="{83CEB68C-D3D2-4992-9505-7FC37B6D28D4}" dt="2024-08-24T09:38:46.820" v="3733" actId="20577"/>
          <ac:spMkLst>
            <pc:docMk/>
            <pc:sldMk cId="3700937976" sldId="268"/>
            <ac:spMk id="2" creationId="{EFD56632-33EA-F39D-E6D1-2E3790E57DB3}"/>
          </ac:spMkLst>
        </pc:spChg>
        <pc:spChg chg="mod">
          <ac:chgData name="현진 김" userId="75745d21e3536c0a" providerId="LiveId" clId="{83CEB68C-D3D2-4992-9505-7FC37B6D28D4}" dt="2024-08-24T10:01:17.888" v="4656" actId="20577"/>
          <ac:spMkLst>
            <pc:docMk/>
            <pc:sldMk cId="3700937976" sldId="268"/>
            <ac:spMk id="3" creationId="{270F91A3-5656-0F7D-B879-85508424CB3C}"/>
          </ac:spMkLst>
        </pc:spChg>
        <pc:spChg chg="del">
          <ac:chgData name="현진 김" userId="75745d21e3536c0a" providerId="LiveId" clId="{83CEB68C-D3D2-4992-9505-7FC37B6D28D4}" dt="2024-08-24T09:38:49.988" v="3734" actId="478"/>
          <ac:spMkLst>
            <pc:docMk/>
            <pc:sldMk cId="3700937976" sldId="268"/>
            <ac:spMk id="5" creationId="{C89CD2D7-1C4D-D1D2-5FF2-370A894392C8}"/>
          </ac:spMkLst>
        </pc:spChg>
        <pc:picChg chg="add mod">
          <ac:chgData name="현진 김" userId="75745d21e3536c0a" providerId="LiveId" clId="{83CEB68C-D3D2-4992-9505-7FC37B6D28D4}" dt="2024-08-24T09:44:19.040" v="3948" actId="14100"/>
          <ac:picMkLst>
            <pc:docMk/>
            <pc:sldMk cId="3700937976" sldId="268"/>
            <ac:picMk id="6" creationId="{D00CCAA6-FCB3-E523-E8A2-25DE7507F268}"/>
          </ac:picMkLst>
        </pc:picChg>
        <pc:picChg chg="add mod">
          <ac:chgData name="현진 김" userId="75745d21e3536c0a" providerId="LiveId" clId="{83CEB68C-D3D2-4992-9505-7FC37B6D28D4}" dt="2024-08-24T09:45:04.259" v="3970" actId="1076"/>
          <ac:picMkLst>
            <pc:docMk/>
            <pc:sldMk cId="3700937976" sldId="268"/>
            <ac:picMk id="8" creationId="{510E7D6F-CD97-8A14-D4A3-044E5078ECC6}"/>
          </ac:picMkLst>
        </pc:picChg>
        <pc:picChg chg="add mod">
          <ac:chgData name="현진 김" userId="75745d21e3536c0a" providerId="LiveId" clId="{83CEB68C-D3D2-4992-9505-7FC37B6D28D4}" dt="2024-08-24T09:45:05.615" v="3971" actId="1076"/>
          <ac:picMkLst>
            <pc:docMk/>
            <pc:sldMk cId="3700937976" sldId="268"/>
            <ac:picMk id="10" creationId="{7F5761D4-2AD1-8204-925B-AF4D9BEA6B6D}"/>
          </ac:picMkLst>
        </pc:picChg>
        <pc:picChg chg="add del mod">
          <ac:chgData name="현진 김" userId="75745d21e3536c0a" providerId="LiveId" clId="{83CEB68C-D3D2-4992-9505-7FC37B6D28D4}" dt="2024-08-24T09:49:53.487" v="4041" actId="478"/>
          <ac:picMkLst>
            <pc:docMk/>
            <pc:sldMk cId="3700937976" sldId="268"/>
            <ac:picMk id="14" creationId="{8CB5A035-69ED-2C30-7DDF-310FC4E92384}"/>
          </ac:picMkLst>
        </pc:picChg>
      </pc:sldChg>
      <pc:sldChg chg="addSp delSp modSp add mod">
        <pc:chgData name="현진 김" userId="75745d21e3536c0a" providerId="LiveId" clId="{83CEB68C-D3D2-4992-9505-7FC37B6D28D4}" dt="2024-08-24T09:53:13.997" v="4141" actId="20577"/>
        <pc:sldMkLst>
          <pc:docMk/>
          <pc:sldMk cId="2456033613" sldId="269"/>
        </pc:sldMkLst>
        <pc:spChg chg="mod">
          <ac:chgData name="현진 김" userId="75745d21e3536c0a" providerId="LiveId" clId="{83CEB68C-D3D2-4992-9505-7FC37B6D28D4}" dt="2024-08-24T09:39:51.600" v="3806" actId="20577"/>
          <ac:spMkLst>
            <pc:docMk/>
            <pc:sldMk cId="2456033613" sldId="269"/>
            <ac:spMk id="2" creationId="{EFD56632-33EA-F39D-E6D1-2E3790E57DB3}"/>
          </ac:spMkLst>
        </pc:spChg>
        <pc:spChg chg="del mod">
          <ac:chgData name="현진 김" userId="75745d21e3536c0a" providerId="LiveId" clId="{83CEB68C-D3D2-4992-9505-7FC37B6D28D4}" dt="2024-08-24T09:42:40.190" v="3925" actId="478"/>
          <ac:spMkLst>
            <pc:docMk/>
            <pc:sldMk cId="2456033613" sldId="269"/>
            <ac:spMk id="3" creationId="{270F91A3-5656-0F7D-B879-85508424CB3C}"/>
          </ac:spMkLst>
        </pc:spChg>
        <pc:spChg chg="add mod">
          <ac:chgData name="현진 김" userId="75745d21e3536c0a" providerId="LiveId" clId="{83CEB68C-D3D2-4992-9505-7FC37B6D28D4}" dt="2024-08-24T09:53:13.997" v="4141" actId="20577"/>
          <ac:spMkLst>
            <pc:docMk/>
            <pc:sldMk cId="2456033613" sldId="269"/>
            <ac:spMk id="4" creationId="{8B813B78-177B-A00F-354D-D444D8167333}"/>
          </ac:spMkLst>
        </pc:spChg>
        <pc:spChg chg="add del mod">
          <ac:chgData name="현진 김" userId="75745d21e3536c0a" providerId="LiveId" clId="{83CEB68C-D3D2-4992-9505-7FC37B6D28D4}" dt="2024-08-24T09:42:44.722" v="3926" actId="478"/>
          <ac:spMkLst>
            <pc:docMk/>
            <pc:sldMk cId="2456033613" sldId="269"/>
            <ac:spMk id="6" creationId="{7F3D3669-F92D-6354-A125-E5D6282B065A}"/>
          </ac:spMkLst>
        </pc:spChg>
        <pc:picChg chg="add mod">
          <ac:chgData name="현진 김" userId="75745d21e3536c0a" providerId="LiveId" clId="{83CEB68C-D3D2-4992-9505-7FC37B6D28D4}" dt="2024-08-24T09:47:47.262" v="4024" actId="1076"/>
          <ac:picMkLst>
            <pc:docMk/>
            <pc:sldMk cId="2456033613" sldId="269"/>
            <ac:picMk id="8" creationId="{54B51614-631A-CAD7-5166-8E530B847DBA}"/>
          </ac:picMkLst>
        </pc:picChg>
        <pc:picChg chg="add mod">
          <ac:chgData name="현진 김" userId="75745d21e3536c0a" providerId="LiveId" clId="{83CEB68C-D3D2-4992-9505-7FC37B6D28D4}" dt="2024-08-24T09:47:52.164" v="4027" actId="1076"/>
          <ac:picMkLst>
            <pc:docMk/>
            <pc:sldMk cId="2456033613" sldId="269"/>
            <ac:picMk id="10" creationId="{2BD14FD5-1AA4-C074-CDC0-52B6B222801F}"/>
          </ac:picMkLst>
        </pc:picChg>
        <pc:picChg chg="add mod">
          <ac:chgData name="현진 김" userId="75745d21e3536c0a" providerId="LiveId" clId="{83CEB68C-D3D2-4992-9505-7FC37B6D28D4}" dt="2024-08-24T09:47:50.316" v="4026" actId="1076"/>
          <ac:picMkLst>
            <pc:docMk/>
            <pc:sldMk cId="2456033613" sldId="269"/>
            <ac:picMk id="12" creationId="{BAB45D18-8891-3A40-3F33-5F60C74B6CA4}"/>
          </ac:picMkLst>
        </pc:picChg>
        <pc:picChg chg="add del mod">
          <ac:chgData name="현진 김" userId="75745d21e3536c0a" providerId="LiveId" clId="{83CEB68C-D3D2-4992-9505-7FC37B6D28D4}" dt="2024-08-24T09:49:41.639" v="4038" actId="21"/>
          <ac:picMkLst>
            <pc:docMk/>
            <pc:sldMk cId="2456033613" sldId="269"/>
            <ac:picMk id="14" creationId="{8CB5A035-69ED-2C30-7DDF-310FC4E92384}"/>
          </ac:picMkLst>
        </pc:picChg>
      </pc:sldChg>
      <pc:sldChg chg="delSp modSp add mod">
        <pc:chgData name="현진 김" userId="75745d21e3536c0a" providerId="LiveId" clId="{83CEB68C-D3D2-4992-9505-7FC37B6D28D4}" dt="2024-08-24T09:51:54.500" v="4109" actId="20577"/>
        <pc:sldMkLst>
          <pc:docMk/>
          <pc:sldMk cId="3502336371" sldId="270"/>
        </pc:sldMkLst>
        <pc:spChg chg="mod">
          <ac:chgData name="현진 김" userId="75745d21e3536c0a" providerId="LiveId" clId="{83CEB68C-D3D2-4992-9505-7FC37B6D28D4}" dt="2024-08-24T09:50:47.340" v="4070"/>
          <ac:spMkLst>
            <pc:docMk/>
            <pc:sldMk cId="3502336371" sldId="270"/>
            <ac:spMk id="2" creationId="{EFD56632-33EA-F39D-E6D1-2E3790E57DB3}"/>
          </ac:spMkLst>
        </pc:spChg>
        <pc:spChg chg="mod">
          <ac:chgData name="현진 김" userId="75745d21e3536c0a" providerId="LiveId" clId="{83CEB68C-D3D2-4992-9505-7FC37B6D28D4}" dt="2024-08-24T09:51:54.500" v="4109" actId="20577"/>
          <ac:spMkLst>
            <pc:docMk/>
            <pc:sldMk cId="3502336371" sldId="270"/>
            <ac:spMk id="4" creationId="{8B813B78-177B-A00F-354D-D444D8167333}"/>
          </ac:spMkLst>
        </pc:spChg>
        <pc:picChg chg="del">
          <ac:chgData name="현진 김" userId="75745d21e3536c0a" providerId="LiveId" clId="{83CEB68C-D3D2-4992-9505-7FC37B6D28D4}" dt="2024-08-24T09:50:32.663" v="4057" actId="478"/>
          <ac:picMkLst>
            <pc:docMk/>
            <pc:sldMk cId="3502336371" sldId="270"/>
            <ac:picMk id="8" creationId="{54B51614-631A-CAD7-5166-8E530B847DBA}"/>
          </ac:picMkLst>
        </pc:picChg>
        <pc:picChg chg="del">
          <ac:chgData name="현진 김" userId="75745d21e3536c0a" providerId="LiveId" clId="{83CEB68C-D3D2-4992-9505-7FC37B6D28D4}" dt="2024-08-24T09:50:33.485" v="4058" actId="478"/>
          <ac:picMkLst>
            <pc:docMk/>
            <pc:sldMk cId="3502336371" sldId="270"/>
            <ac:picMk id="10" creationId="{2BD14FD5-1AA4-C074-CDC0-52B6B222801F}"/>
          </ac:picMkLst>
        </pc:picChg>
        <pc:picChg chg="del">
          <ac:chgData name="현진 김" userId="75745d21e3536c0a" providerId="LiveId" clId="{83CEB68C-D3D2-4992-9505-7FC37B6D28D4}" dt="2024-08-24T09:50:35.180" v="4059" actId="478"/>
          <ac:picMkLst>
            <pc:docMk/>
            <pc:sldMk cId="3502336371" sldId="270"/>
            <ac:picMk id="12" creationId="{BAB45D18-8891-3A40-3F33-5F60C74B6CA4}"/>
          </ac:picMkLst>
        </pc:picChg>
      </pc:sldChg>
      <pc:sldChg chg="modSp add mod">
        <pc:chgData name="현진 김" userId="75745d21e3536c0a" providerId="LiveId" clId="{83CEB68C-D3D2-4992-9505-7FC37B6D28D4}" dt="2024-08-24T09:52:04.426" v="4117" actId="20577"/>
        <pc:sldMkLst>
          <pc:docMk/>
          <pc:sldMk cId="1297460455" sldId="271"/>
        </pc:sldMkLst>
        <pc:spChg chg="mod">
          <ac:chgData name="현진 김" userId="75745d21e3536c0a" providerId="LiveId" clId="{83CEB68C-D3D2-4992-9505-7FC37B6D28D4}" dt="2024-08-24T09:50:52.511" v="4079"/>
          <ac:spMkLst>
            <pc:docMk/>
            <pc:sldMk cId="1297460455" sldId="271"/>
            <ac:spMk id="2" creationId="{EFD56632-33EA-F39D-E6D1-2E3790E57DB3}"/>
          </ac:spMkLst>
        </pc:spChg>
        <pc:spChg chg="mod">
          <ac:chgData name="현진 김" userId="75745d21e3536c0a" providerId="LiveId" clId="{83CEB68C-D3D2-4992-9505-7FC37B6D28D4}" dt="2024-08-24T09:52:04.426" v="4117" actId="20577"/>
          <ac:spMkLst>
            <pc:docMk/>
            <pc:sldMk cId="1297460455" sldId="271"/>
            <ac:spMk id="4" creationId="{8B813B78-177B-A00F-354D-D444D8167333}"/>
          </ac:spMkLst>
        </pc:spChg>
      </pc:sldChg>
      <pc:sldChg chg="modSp add mod">
        <pc:chgData name="현진 김" userId="75745d21e3536c0a" providerId="LiveId" clId="{83CEB68C-D3D2-4992-9505-7FC37B6D28D4}" dt="2024-08-24T09:53:10.749" v="4130" actId="20577"/>
        <pc:sldMkLst>
          <pc:docMk/>
          <pc:sldMk cId="1682083004" sldId="272"/>
        </pc:sldMkLst>
        <pc:spChg chg="mod">
          <ac:chgData name="현진 김" userId="75745d21e3536c0a" providerId="LiveId" clId="{83CEB68C-D3D2-4992-9505-7FC37B6D28D4}" dt="2024-08-24T09:50:54.762" v="4086" actId="20577"/>
          <ac:spMkLst>
            <pc:docMk/>
            <pc:sldMk cId="1682083004" sldId="272"/>
            <ac:spMk id="2" creationId="{EFD56632-33EA-F39D-E6D1-2E3790E57DB3}"/>
          </ac:spMkLst>
        </pc:spChg>
        <pc:spChg chg="mod">
          <ac:chgData name="현진 김" userId="75745d21e3536c0a" providerId="LiveId" clId="{83CEB68C-D3D2-4992-9505-7FC37B6D28D4}" dt="2024-08-24T09:53:10.749" v="4130" actId="20577"/>
          <ac:spMkLst>
            <pc:docMk/>
            <pc:sldMk cId="1682083004" sldId="272"/>
            <ac:spMk id="4" creationId="{8B813B78-177B-A00F-354D-D444D81673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DCB65-DB92-F40A-0CCD-1DE087D80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66EDF0-9947-15BC-53AD-A5DACC08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31123C-582C-3C8E-D323-D0EFEB72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9963CA-3790-3F64-C006-6863A8B0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4BD19-329B-CE1D-B84A-86F424E8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6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B62D9-F9CB-C4B5-045F-8D359EB1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65DE5-06D1-6580-5861-481CE57B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41D13-7BB6-523E-5AD4-7CC03F2A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D652CA-7256-E53B-A007-13125CB1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5F405-F9CF-A20B-A645-FCF2AE5B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69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2BC63-202B-7A68-E79F-F9F8036E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16F2A3-AD5C-763E-FDBD-D6D0D954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3A1F4-3DC6-FA7B-8DF4-01000154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18FE6-EA74-6B59-7EE0-84296242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607EF-4DB0-1B67-E296-61BA488F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45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C5988-E8F8-D812-6438-CB536F99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913270-A9C4-B65F-84A3-7A69BBC20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3A1E11-8873-922E-A7C4-1CB50BE20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1512D1-18AE-B4AC-2A96-56B0B943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3EF916-58B3-4EBE-00F5-7FB7A61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CE2100-4BCD-6629-AA96-60B0A8F3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79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C345D-DF5D-56A6-E999-DAB2F4F57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07AC27-F16C-46D1-36BC-3C7EA756F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8AF80B-ADEB-F694-D6EC-5D3C50593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53B36D-FDB6-FA6D-41EA-23EBB93F2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C66817-E977-4147-3493-7C736C0BA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0F1233-673C-393D-6599-7262FF28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971A66-28B8-2B89-A03E-D444A29F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D85035-09D5-51FB-CE2D-E896A2DC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26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A5BBB-E22B-54A6-EB03-28DC93B3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C90A6E-00E9-AE18-EFA6-38E49E0A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D84F14-CFDD-C9F2-42AD-F8A0466B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6AFF13-474B-7E28-6C2B-C8394552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91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F4AE6A-38F4-DDFA-BFC4-2A0C15B9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E4951A-76DA-DA7E-3D44-A7B361BF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918B6F-6FF3-CB95-B468-36D6666A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01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C4267-4956-AAAE-80F0-4CAB050EE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614CF-581E-CA4C-7D96-C08E4D34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37CA10-2400-4DF7-459B-3D8F46639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8FA79-6C7F-7AB6-9EDE-B6B634E0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9C3B85-17D3-D13A-B2A8-161278D2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053A1-1336-EE80-3FE7-0280172A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48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F1236-F620-06B1-DB19-74DAEB5C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3294BC-3276-32A7-7929-3FC393B05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63D745-6F66-A787-8039-53DE1FA88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4714C0-B16F-494F-C68D-8A1D2B15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96F5E5-8BF4-1939-D5C6-71C25DA59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8C2B43-C949-1298-187E-851FD33F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36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F2342-E10F-5E49-8A5F-4CE34C91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C39EED-E81A-BC2C-C15A-8B41DE2F1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88BE5B-25CF-BE78-95B2-DE9C9FDF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A154F-550F-D74C-0111-7EEC32EB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65C18-A4C9-3038-CED7-1C50EECB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99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9AB7D0-D2DA-FC9A-405B-457CF67FE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15EE29-4812-D237-9F5B-7533F01B9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49F91-1AB8-82E5-4D34-69D23767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0A20BD-D9CD-816E-DCE8-A7E02D39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7830E7-66F9-0944-AFD9-1C56706B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24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846976-5C69-301E-0DFF-646B2879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D79813-81F1-0B95-DC40-F2F89B69D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0F0821-3A8E-7E0E-441A-DB27A875D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767B9-3A95-4DBA-BE65-6C14D2A0DDDB}" type="datetimeFigureOut">
              <a:rPr lang="ko-KR" altLang="en-US" smtClean="0"/>
              <a:t>2024-08-24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3B5AC-F251-41F0-6283-DEC62CA74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21548-64E1-DDA5-D438-CCF811685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A1DED-013C-4DF6-9EE2-964D03202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58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424AD-C469-23A3-3497-E9E103445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주니 지니 첫 게임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18378A-98CC-57D7-1337-2DEE27B201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김현진</a:t>
            </a:r>
            <a:r>
              <a:rPr lang="en-US" altLang="ko-KR" dirty="0"/>
              <a:t>, </a:t>
            </a:r>
            <a:r>
              <a:rPr lang="ko-KR" altLang="en-US" dirty="0" err="1"/>
              <a:t>임혜준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164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0897C-BDAA-11FE-2B08-D1BF4930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EAFBF-40BD-711B-A9E8-476FFDA56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  <a:endParaRPr lang="en-US" altLang="ko-KR" dirty="0"/>
          </a:p>
          <a:p>
            <a:r>
              <a:rPr lang="ko-KR" altLang="en-US" dirty="0"/>
              <a:t>게임 설계</a:t>
            </a:r>
            <a:endParaRPr lang="en-US" altLang="ko-KR" dirty="0"/>
          </a:p>
          <a:p>
            <a:pPr lvl="1"/>
            <a:r>
              <a:rPr lang="ko-KR" altLang="en-US" dirty="0"/>
              <a:t>유저 플로우</a:t>
            </a:r>
            <a:endParaRPr lang="en-US" altLang="ko-KR" dirty="0"/>
          </a:p>
          <a:p>
            <a:pPr lvl="1"/>
            <a:r>
              <a:rPr lang="ko-KR" altLang="en-US" dirty="0"/>
              <a:t>스테이지 설계서</a:t>
            </a:r>
            <a:endParaRPr lang="en-US" altLang="ko-KR" dirty="0"/>
          </a:p>
          <a:p>
            <a:pPr lvl="1"/>
            <a:r>
              <a:rPr lang="ko-KR" altLang="en-US" dirty="0"/>
              <a:t>스택</a:t>
            </a:r>
            <a:endParaRPr lang="en-US" altLang="ko-KR" dirty="0"/>
          </a:p>
          <a:p>
            <a:r>
              <a:rPr lang="ko-KR" altLang="en-US" dirty="0"/>
              <a:t>개발 일정</a:t>
            </a:r>
            <a:endParaRPr lang="en-US" altLang="ko-KR" dirty="0"/>
          </a:p>
          <a:p>
            <a:pPr lvl="1"/>
            <a:r>
              <a:rPr lang="ko-KR" altLang="en-US" dirty="0"/>
              <a:t>프로토타입 완성</a:t>
            </a:r>
            <a:r>
              <a:rPr lang="en-US" altLang="ko-KR" dirty="0"/>
              <a:t>, </a:t>
            </a:r>
            <a:r>
              <a:rPr lang="ko-KR" altLang="en-US" dirty="0"/>
              <a:t>그래픽 완성</a:t>
            </a:r>
            <a:r>
              <a:rPr lang="en-US" altLang="ko-KR" dirty="0"/>
              <a:t>, </a:t>
            </a:r>
            <a:r>
              <a:rPr lang="ko-KR" altLang="en-US" dirty="0"/>
              <a:t>테스트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9050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8E0EE-AED9-6CC0-3C78-AAA20746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9B3609-21C6-CE1E-5605-F18C8C44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핵심 컨셉</a:t>
            </a:r>
            <a:r>
              <a:rPr lang="en-US" altLang="ko-KR" dirty="0"/>
              <a:t>/</a:t>
            </a:r>
            <a:r>
              <a:rPr lang="ko-KR" altLang="en-US" dirty="0"/>
              <a:t>장르 </a:t>
            </a:r>
            <a:r>
              <a:rPr lang="en-US" altLang="ko-KR" dirty="0"/>
              <a:t>: (</a:t>
            </a:r>
            <a:r>
              <a:rPr lang="ko-KR" altLang="en-US" dirty="0"/>
              <a:t>퍼즐 게임</a:t>
            </a:r>
            <a:r>
              <a:rPr lang="en-US" altLang="ko-KR" dirty="0"/>
              <a:t>, </a:t>
            </a:r>
            <a:r>
              <a:rPr lang="ko-KR" altLang="en-US" dirty="0"/>
              <a:t>액션 게임</a:t>
            </a:r>
            <a:r>
              <a:rPr lang="en-US" altLang="ko-KR" dirty="0"/>
              <a:t>, RPG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액션 </a:t>
            </a:r>
            <a:r>
              <a:rPr lang="en-US" altLang="ko-KR" dirty="0"/>
              <a:t>– </a:t>
            </a:r>
            <a:r>
              <a:rPr lang="ko-KR" altLang="en-US" dirty="0"/>
              <a:t>격투 게임 </a:t>
            </a:r>
            <a:r>
              <a:rPr lang="en-US" altLang="ko-KR" dirty="0"/>
              <a:t>or RPG-</a:t>
            </a:r>
            <a:r>
              <a:rPr lang="ko-KR" altLang="en-US" dirty="0"/>
              <a:t>액션 </a:t>
            </a:r>
            <a:r>
              <a:rPr lang="en-US" altLang="ko-KR" dirty="0"/>
              <a:t>RPG</a:t>
            </a:r>
          </a:p>
          <a:p>
            <a:r>
              <a:rPr lang="ko-KR" altLang="en-US" dirty="0"/>
              <a:t>타겟 사용자</a:t>
            </a:r>
            <a:endParaRPr lang="en-US" altLang="ko-KR" dirty="0"/>
          </a:p>
          <a:p>
            <a:r>
              <a:rPr lang="ko-KR" altLang="en-US" dirty="0"/>
              <a:t>플랫폼</a:t>
            </a:r>
            <a:endParaRPr lang="en-US" altLang="ko-KR" dirty="0"/>
          </a:p>
          <a:p>
            <a:r>
              <a:rPr lang="ko-KR" altLang="en-US" dirty="0"/>
              <a:t>주요 스토리</a:t>
            </a:r>
            <a:endParaRPr lang="en-US" altLang="ko-KR" dirty="0"/>
          </a:p>
          <a:p>
            <a:pPr lvl="1"/>
            <a:r>
              <a:rPr lang="ko-KR" altLang="en-US" dirty="0"/>
              <a:t>한 마을에 사는 주인공 </a:t>
            </a:r>
            <a:r>
              <a:rPr lang="ko-KR" altLang="en-US" dirty="0" err="1"/>
              <a:t>냥이랑</a:t>
            </a:r>
            <a:r>
              <a:rPr lang="ko-KR" altLang="en-US" dirty="0"/>
              <a:t> 할아버지 </a:t>
            </a:r>
            <a:r>
              <a:rPr lang="ko-KR" altLang="en-US" dirty="0" err="1"/>
              <a:t>냥이가</a:t>
            </a:r>
            <a:r>
              <a:rPr lang="ko-KR" altLang="en-US" dirty="0"/>
              <a:t> 있어요</a:t>
            </a:r>
            <a:r>
              <a:rPr lang="en-US" altLang="ko-KR" dirty="0"/>
              <a:t>~. </a:t>
            </a:r>
            <a:r>
              <a:rPr lang="ko-KR" altLang="en-US" dirty="0"/>
              <a:t>할아버지 </a:t>
            </a:r>
            <a:r>
              <a:rPr lang="ko-KR" altLang="en-US" dirty="0" err="1"/>
              <a:t>냥이가</a:t>
            </a:r>
            <a:r>
              <a:rPr lang="ko-KR" altLang="en-US" dirty="0"/>
              <a:t> 아파서 주인공 </a:t>
            </a:r>
            <a:r>
              <a:rPr lang="ko-KR" altLang="en-US" dirty="0" err="1"/>
              <a:t>냥이가</a:t>
            </a:r>
            <a:r>
              <a:rPr lang="ko-KR" altLang="en-US" dirty="0"/>
              <a:t> 먹을 음식을 만들기 위해 재료를 구하러 여기저기 다니는 게임이에요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썸네일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6409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EF99E-255F-89C9-2AEA-CA9E715B3FB2}"/>
              </a:ext>
            </a:extLst>
          </p:cNvPr>
          <p:cNvSpPr txBox="1"/>
          <p:nvPr/>
        </p:nvSpPr>
        <p:spPr>
          <a:xfrm>
            <a:off x="0" y="200490"/>
            <a:ext cx="59161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계획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앞으로 할 일 목록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기획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8.20</a:t>
            </a:r>
          </a:p>
          <a:p>
            <a:r>
              <a:rPr lang="ko-KR" altLang="en-US" dirty="0"/>
              <a:t>몬스터 패턴 구체화</a:t>
            </a:r>
            <a:endParaRPr lang="en-US" altLang="ko-KR" dirty="0"/>
          </a:p>
          <a:p>
            <a:r>
              <a:rPr lang="ko-KR" altLang="en-US" dirty="0"/>
              <a:t>재료 어떻게 얻을지</a:t>
            </a:r>
            <a:r>
              <a:rPr lang="en-US" altLang="ko-KR" dirty="0"/>
              <a:t>(</a:t>
            </a:r>
            <a:r>
              <a:rPr lang="ko-KR" altLang="en-US" dirty="0"/>
              <a:t>몬스터 출현 시점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미니게임 구현 방식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8.21</a:t>
            </a:r>
            <a:endParaRPr lang="en-US" altLang="ko-KR" dirty="0"/>
          </a:p>
          <a:p>
            <a:r>
              <a:rPr lang="ko-KR" altLang="en-US" dirty="0"/>
              <a:t>클래스 구조도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플로우 차트 </a:t>
            </a:r>
            <a:r>
              <a:rPr lang="en-US" altLang="ko-KR" dirty="0"/>
              <a:t>(</a:t>
            </a:r>
            <a:r>
              <a:rPr lang="ko-KR" altLang="en-US" dirty="0"/>
              <a:t>유저</a:t>
            </a:r>
            <a:r>
              <a:rPr lang="en-US" altLang="ko-KR" dirty="0"/>
              <a:t>, </a:t>
            </a:r>
            <a:r>
              <a:rPr lang="ko-KR" altLang="en-US" dirty="0"/>
              <a:t>게임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개발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회원가입</a:t>
            </a:r>
            <a:r>
              <a:rPr lang="en-US" altLang="ko-KR" dirty="0"/>
              <a:t>,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로그아웃</a:t>
            </a:r>
            <a:r>
              <a:rPr lang="en-US" altLang="ko-KR" dirty="0"/>
              <a:t>, </a:t>
            </a:r>
            <a:r>
              <a:rPr lang="ko-KR" altLang="en-US" dirty="0"/>
              <a:t>회원탈퇴 구현</a:t>
            </a:r>
            <a:endParaRPr lang="en-US" altLang="ko-KR" dirty="0"/>
          </a:p>
          <a:p>
            <a:r>
              <a:rPr lang="ko-KR" altLang="en-US" dirty="0"/>
              <a:t>로딩</a:t>
            </a:r>
            <a:r>
              <a:rPr lang="en-US" altLang="ko-KR" dirty="0"/>
              <a:t>(</a:t>
            </a:r>
            <a:r>
              <a:rPr lang="ko-KR" altLang="en-US" dirty="0"/>
              <a:t>씬</a:t>
            </a:r>
            <a:r>
              <a:rPr lang="en-US" altLang="ko-KR" dirty="0"/>
              <a:t>)</a:t>
            </a:r>
            <a:r>
              <a:rPr lang="ko-KR" altLang="en-US" dirty="0"/>
              <a:t> 단위 개발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구현할 기능과 그에 맞춘 </a:t>
            </a:r>
            <a:r>
              <a:rPr lang="en-US" altLang="ko-KR" dirty="0" err="1"/>
              <a:t>ui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492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BCB17-FF9E-F1E4-270B-5029D8C4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주인공 냥이 </a:t>
            </a:r>
            <a:r>
              <a:rPr lang="ko-KR" altLang="en-US" dirty="0" err="1"/>
              <a:t>스탯</a:t>
            </a:r>
            <a:r>
              <a:rPr lang="en-US" altLang="ko-KR" dirty="0"/>
              <a:t>, </a:t>
            </a:r>
            <a:r>
              <a:rPr lang="ko-KR" altLang="en-US" dirty="0"/>
              <a:t>보유 가능 자원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486AD8-F8C2-B606-6043-76C61B5FE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이름 </a:t>
            </a:r>
            <a:r>
              <a:rPr lang="en-US" altLang="ko-KR" dirty="0"/>
              <a:t>(</a:t>
            </a:r>
            <a:r>
              <a:rPr lang="ko-KR" altLang="en-US" dirty="0"/>
              <a:t>사용자 지정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경험치 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돈</a:t>
            </a:r>
            <a:endParaRPr lang="en-US" altLang="ko-KR" dirty="0"/>
          </a:p>
          <a:p>
            <a:r>
              <a:rPr lang="ko-KR" altLang="en-US" dirty="0"/>
              <a:t>체력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-----------------------------</a:t>
            </a:r>
          </a:p>
          <a:p>
            <a:r>
              <a:rPr lang="ko-KR" altLang="en-US" dirty="0"/>
              <a:t>스킬</a:t>
            </a:r>
            <a:endParaRPr lang="en-US" altLang="ko-KR" dirty="0"/>
          </a:p>
          <a:p>
            <a:r>
              <a:rPr lang="ko-KR" altLang="en-US" dirty="0"/>
              <a:t>무기</a:t>
            </a:r>
            <a:endParaRPr lang="en-US" altLang="ko-KR" dirty="0"/>
          </a:p>
          <a:p>
            <a:r>
              <a:rPr lang="ko-KR" altLang="en-US" dirty="0"/>
              <a:t>펫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A08526-A27C-5A3A-4FB3-13568C438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04" b="94340" l="9899" r="89899">
                        <a14:foregroundMark x1="51111" y1="9198" x2="51111" y2="9198"/>
                        <a14:foregroundMark x1="9899" y1="51651" x2="9899" y2="51651"/>
                        <a14:foregroundMark x1="90101" y1="51651" x2="90101" y2="51651"/>
                        <a14:foregroundMark x1="37778" y1="92453" x2="37778" y2="92453"/>
                        <a14:foregroundMark x1="58788" y1="94104" x2="58788" y2="94104"/>
                        <a14:foregroundMark x1="38788" y1="94575" x2="38788" y2="94575"/>
                        <a14:foregroundMark x1="49495" y1="6604" x2="49495" y2="66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209" y="1962785"/>
            <a:ext cx="4262767" cy="365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1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31CB8-DD9A-CA83-7A92-70739DD0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등장하는 냥이 가능한 역할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F3563F-C49C-12C9-1FEF-5421F81A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682240" cy="4351338"/>
          </a:xfrm>
        </p:spPr>
        <p:txBody>
          <a:bodyPr/>
          <a:lstStyle/>
          <a:p>
            <a:r>
              <a:rPr lang="ko-KR" altLang="en-US" dirty="0"/>
              <a:t>백수</a:t>
            </a:r>
            <a:endParaRPr lang="en-US" altLang="ko-KR" dirty="0"/>
          </a:p>
          <a:p>
            <a:r>
              <a:rPr lang="ko-KR" altLang="en-US" dirty="0"/>
              <a:t>상점 주인</a:t>
            </a:r>
            <a:endParaRPr lang="en-US" altLang="ko-KR" dirty="0"/>
          </a:p>
          <a:p>
            <a:r>
              <a:rPr lang="ko-KR" altLang="en-US" dirty="0"/>
              <a:t>농장 주인</a:t>
            </a:r>
            <a:endParaRPr lang="en-US" altLang="ko-KR" dirty="0"/>
          </a:p>
          <a:p>
            <a:r>
              <a:rPr lang="ko-KR" altLang="en-US" dirty="0"/>
              <a:t>대장장이</a:t>
            </a:r>
            <a:endParaRPr lang="en-US" altLang="ko-KR" dirty="0"/>
          </a:p>
          <a:p>
            <a:r>
              <a:rPr lang="ko-KR" altLang="en-US" dirty="0"/>
              <a:t>도사</a:t>
            </a:r>
            <a:endParaRPr lang="en-US" altLang="ko-KR" dirty="0"/>
          </a:p>
          <a:p>
            <a:r>
              <a:rPr lang="ko-KR" altLang="en-US" dirty="0"/>
              <a:t>애기 냥이</a:t>
            </a:r>
            <a:endParaRPr lang="en-US" altLang="ko-KR" dirty="0"/>
          </a:p>
          <a:p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ko-KR" altLang="en-US" dirty="0"/>
              <a:t>냥이</a:t>
            </a:r>
            <a:endParaRPr lang="en-US" altLang="ko-KR" dirty="0"/>
          </a:p>
          <a:p>
            <a:r>
              <a:rPr lang="ko-KR" altLang="en-US" dirty="0" err="1"/>
              <a:t>낚시광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F60A4B6-DE81-841D-A703-FC9B65B51BC2}"/>
              </a:ext>
            </a:extLst>
          </p:cNvPr>
          <p:cNvSpPr txBox="1">
            <a:spLocks/>
          </p:cNvSpPr>
          <p:nvPr/>
        </p:nvSpPr>
        <p:spPr>
          <a:xfrm>
            <a:off x="8424672" y="1690688"/>
            <a:ext cx="26822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후보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나무꾼</a:t>
            </a:r>
          </a:p>
        </p:txBody>
      </p:sp>
    </p:spTree>
    <p:extLst>
      <p:ext uri="{BB962C8B-B14F-4D97-AF65-F5344CB8AC3E}">
        <p14:creationId xmlns:p14="http://schemas.microsoft.com/office/powerpoint/2010/main" val="185656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7468D-64E7-C52C-EB98-5BDF9582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상세</a:t>
            </a:r>
          </a:p>
        </p:txBody>
      </p:sp>
    </p:spTree>
    <p:extLst>
      <p:ext uri="{BB962C8B-B14F-4D97-AF65-F5344CB8AC3E}">
        <p14:creationId xmlns:p14="http://schemas.microsoft.com/office/powerpoint/2010/main" val="370917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사냥 </a:t>
            </a:r>
            <a:r>
              <a:rPr lang="en-US" altLang="ko-KR" dirty="0"/>
              <a:t>(</a:t>
            </a:r>
            <a:r>
              <a:rPr lang="ko-KR" altLang="en-US" dirty="0"/>
              <a:t>몬스터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F91A3-5656-0F7D-B879-85508424C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dirty="0"/>
              <a:t>게임 입장 방식 </a:t>
            </a:r>
            <a:r>
              <a:rPr lang="en-US" altLang="ko-KR" dirty="0"/>
              <a:t>: </a:t>
            </a:r>
            <a:r>
              <a:rPr lang="ko-KR" altLang="en-US" dirty="0"/>
              <a:t>마을 입구 도착 시 몬스터</a:t>
            </a:r>
            <a:r>
              <a:rPr lang="en-US" altLang="ko-KR" dirty="0"/>
              <a:t>(</a:t>
            </a:r>
            <a:r>
              <a:rPr lang="ko-KR" altLang="en-US" dirty="0"/>
              <a:t>재료</a:t>
            </a:r>
            <a:r>
              <a:rPr lang="en-US" altLang="ko-KR" dirty="0"/>
              <a:t>) </a:t>
            </a:r>
            <a:r>
              <a:rPr lang="ko-KR" altLang="en-US" dirty="0"/>
              <a:t>선택창 출력 </a:t>
            </a:r>
            <a:r>
              <a:rPr lang="en-US" altLang="ko-KR" dirty="0"/>
              <a:t>-&gt; </a:t>
            </a:r>
            <a:r>
              <a:rPr lang="ko-KR" altLang="en-US" dirty="0"/>
              <a:t>몬스터 선택 </a:t>
            </a:r>
            <a:r>
              <a:rPr lang="en-US" altLang="ko-KR" dirty="0"/>
              <a:t>-&gt; </a:t>
            </a:r>
            <a:r>
              <a:rPr lang="ko-KR" altLang="en-US" dirty="0"/>
              <a:t>해당 몬스터 전투 스테이지로 이동 </a:t>
            </a:r>
            <a:endParaRPr lang="en-US" altLang="ko-KR" dirty="0"/>
          </a:p>
          <a:p>
            <a:r>
              <a:rPr lang="ko-KR" altLang="en-US" dirty="0"/>
              <a:t>가능한 </a:t>
            </a:r>
            <a:r>
              <a:rPr lang="ko-KR" altLang="en-US" dirty="0" err="1"/>
              <a:t>몬스터들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뱀</a:t>
            </a:r>
            <a:r>
              <a:rPr lang="en-US" altLang="ko-KR" dirty="0"/>
              <a:t>, </a:t>
            </a:r>
            <a:r>
              <a:rPr lang="ko-KR" altLang="en-US" dirty="0"/>
              <a:t>늑대</a:t>
            </a:r>
            <a:r>
              <a:rPr lang="en-US" altLang="ko-KR" dirty="0"/>
              <a:t>, </a:t>
            </a:r>
            <a:r>
              <a:rPr lang="ko-KR" altLang="en-US" dirty="0"/>
              <a:t>용</a:t>
            </a:r>
            <a:r>
              <a:rPr lang="en-US" altLang="ko-KR" dirty="0"/>
              <a:t>, </a:t>
            </a:r>
            <a:r>
              <a:rPr lang="ko-KR" altLang="en-US" dirty="0"/>
              <a:t>꽃</a:t>
            </a:r>
            <a:r>
              <a:rPr lang="en-US" altLang="ko-KR" dirty="0"/>
              <a:t>, </a:t>
            </a:r>
            <a:r>
              <a:rPr lang="ko-KR" altLang="en-US" dirty="0"/>
              <a:t>곰</a:t>
            </a:r>
            <a:endParaRPr lang="en-US" altLang="ko-KR" dirty="0"/>
          </a:p>
          <a:p>
            <a:r>
              <a:rPr lang="ko-KR" altLang="en-US" dirty="0"/>
              <a:t>플레이어가 도전 가능한 판 수 </a:t>
            </a:r>
            <a:r>
              <a:rPr lang="en-US" altLang="ko-KR" dirty="0"/>
              <a:t>: 1</a:t>
            </a:r>
            <a:r>
              <a:rPr lang="ko-KR" altLang="en-US" dirty="0"/>
              <a:t>판 당 </a:t>
            </a:r>
            <a:r>
              <a:rPr lang="en-US" altLang="ko-KR" dirty="0"/>
              <a:t>3</a:t>
            </a:r>
            <a:r>
              <a:rPr lang="ko-KR" altLang="en-US" dirty="0" err="1"/>
              <a:t>페이즈로</a:t>
            </a:r>
            <a:r>
              <a:rPr lang="ko-KR" altLang="en-US" dirty="0"/>
              <a:t> 구성</a:t>
            </a:r>
            <a:r>
              <a:rPr lang="en-US" altLang="ko-KR" dirty="0"/>
              <a:t>, </a:t>
            </a:r>
            <a:r>
              <a:rPr lang="ko-KR" altLang="en-US" dirty="0"/>
              <a:t>각 몬스터 당 처음으로 </a:t>
            </a:r>
            <a:r>
              <a:rPr lang="en-US" altLang="ko-KR" dirty="0"/>
              <a:t>3</a:t>
            </a:r>
            <a:r>
              <a:rPr lang="ko-KR" altLang="en-US" dirty="0" err="1"/>
              <a:t>페이즈</a:t>
            </a:r>
            <a:r>
              <a:rPr lang="ko-KR" altLang="en-US" dirty="0"/>
              <a:t> 모두 클리어 시 보상 제공 </a:t>
            </a:r>
            <a:r>
              <a:rPr lang="en-US" altLang="ko-KR" dirty="0"/>
              <a:t>/ </a:t>
            </a:r>
            <a:r>
              <a:rPr lang="ko-KR" altLang="en-US" dirty="0"/>
              <a:t>플레이는 항상 가능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한 판 당 등장할 </a:t>
            </a:r>
            <a:r>
              <a:rPr lang="ko-KR" altLang="en-US" dirty="0" err="1"/>
              <a:t>잡</a:t>
            </a:r>
            <a:r>
              <a:rPr lang="en-US" altLang="ko-KR" dirty="0"/>
              <a:t>, </a:t>
            </a:r>
            <a:r>
              <a:rPr lang="ko-KR" altLang="en-US" dirty="0"/>
              <a:t>중간</a:t>
            </a:r>
            <a:r>
              <a:rPr lang="en-US" altLang="ko-KR" dirty="0"/>
              <a:t>, </a:t>
            </a:r>
            <a:r>
              <a:rPr lang="ko-KR" altLang="en-US" dirty="0"/>
              <a:t>보스 </a:t>
            </a:r>
            <a:r>
              <a:rPr lang="ko-KR" altLang="en-US" dirty="0" err="1"/>
              <a:t>마릿수</a:t>
            </a:r>
            <a:r>
              <a:rPr lang="ko-KR" altLang="en-US" dirty="0"/>
              <a:t> 구성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5239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F91A3-5656-0F7D-B879-85508424C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825624"/>
            <a:ext cx="6205728" cy="5032375"/>
          </a:xfrm>
        </p:spPr>
        <p:txBody>
          <a:bodyPr>
            <a:normAutofit/>
          </a:bodyPr>
          <a:lstStyle/>
          <a:p>
            <a:r>
              <a:rPr lang="ko-KR" altLang="en-US" dirty="0"/>
              <a:t>재료 </a:t>
            </a:r>
            <a:r>
              <a:rPr lang="en-US" altLang="ko-KR" dirty="0"/>
              <a:t>: </a:t>
            </a:r>
            <a:r>
              <a:rPr lang="ko-KR" altLang="en-US" dirty="0"/>
              <a:t>꼬리</a:t>
            </a:r>
            <a:endParaRPr lang="en-US" altLang="ko-KR" dirty="0"/>
          </a:p>
          <a:p>
            <a:r>
              <a:rPr lang="ko-KR" altLang="en-US" dirty="0"/>
              <a:t>스킬</a:t>
            </a:r>
            <a:r>
              <a:rPr lang="en-US" altLang="ko-KR" dirty="0"/>
              <a:t>1 : </a:t>
            </a:r>
            <a:r>
              <a:rPr lang="ko-KR" altLang="en-US" dirty="0"/>
              <a:t>땅으로 들어가서 주인공 밑으로 나오기</a:t>
            </a:r>
            <a:endParaRPr lang="en-US" altLang="ko-KR" dirty="0"/>
          </a:p>
          <a:p>
            <a:r>
              <a:rPr lang="ko-KR" altLang="en-US" dirty="0"/>
              <a:t>스킬</a:t>
            </a:r>
            <a:r>
              <a:rPr lang="en-US" altLang="ko-KR" dirty="0"/>
              <a:t>2 : </a:t>
            </a:r>
            <a:r>
              <a:rPr lang="ko-KR" altLang="en-US" dirty="0"/>
              <a:t>주변에 독 뿌리기</a:t>
            </a:r>
            <a:r>
              <a:rPr lang="en-US" altLang="ko-KR" dirty="0"/>
              <a:t>(</a:t>
            </a:r>
            <a:r>
              <a:rPr lang="ko-KR" altLang="en-US" dirty="0"/>
              <a:t>주인공이 해당 영역 접근 시 데미지 입음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특성 </a:t>
            </a:r>
            <a:r>
              <a:rPr lang="en-US" altLang="ko-KR" dirty="0"/>
              <a:t>: </a:t>
            </a:r>
            <a:r>
              <a:rPr lang="ko-KR" altLang="en-US" dirty="0"/>
              <a:t>뱀 공격을 </a:t>
            </a:r>
            <a:r>
              <a:rPr lang="en-US" altLang="ko-KR" dirty="0"/>
              <a:t>3</a:t>
            </a:r>
            <a:r>
              <a:rPr lang="ko-KR" altLang="en-US" dirty="0"/>
              <a:t>번 맞으면 </a:t>
            </a:r>
            <a:r>
              <a:rPr lang="en-US" altLang="ko-KR" dirty="0"/>
              <a:t>5</a:t>
            </a:r>
            <a:r>
              <a:rPr lang="ko-KR" altLang="en-US" dirty="0"/>
              <a:t>초 기절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0CCAA6-FCB3-E523-E8A2-25DE7507F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81" b="92727" l="10000" r="90000">
                        <a14:foregroundMark x1="42826" y1="92929" x2="42826" y2="92929"/>
                        <a14:foregroundMark x1="44348" y1="8081" x2="44348" y2="80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056" y="1690689"/>
            <a:ext cx="1707457" cy="18373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0E7D6F-CD97-8A14-D4A3-044E5078E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542" b="93750" l="9851" r="89851">
                        <a14:foregroundMark x1="56716" y1="8542" x2="56716" y2="8542"/>
                        <a14:foregroundMark x1="42687" y1="9375" x2="42687" y2="9375"/>
                        <a14:foregroundMark x1="22388" y1="16250" x2="22388" y2="16250"/>
                        <a14:foregroundMark x1="22687" y1="14375" x2="22687" y2="14375"/>
                        <a14:foregroundMark x1="23284" y1="17083" x2="23284" y2="17083"/>
                        <a14:foregroundMark x1="22090" y1="15625" x2="22090" y2="15625"/>
                        <a14:foregroundMark x1="43582" y1="8750" x2="43582" y2="8750"/>
                        <a14:foregroundMark x1="40299" y1="93750" x2="40299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7251" y="1400237"/>
            <a:ext cx="1856249" cy="2659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5761D4-2AD1-8204-925B-AF4D9BEA6B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297" b="92037" l="9880" r="89987">
                        <a14:foregroundMark x1="26836" y1="18530" x2="26836" y2="18530"/>
                        <a14:foregroundMark x1="30040" y1="11485" x2="30040" y2="11485"/>
                        <a14:foregroundMark x1="26302" y1="12098" x2="26302" y2="12098"/>
                        <a14:foregroundMark x1="19893" y1="13936" x2="19893" y2="13936"/>
                        <a14:foregroundMark x1="58879" y1="7198" x2="58879" y2="7198"/>
                        <a14:foregroundMark x1="22563" y1="11485" x2="22563" y2="11485"/>
                        <a14:foregroundMark x1="26168" y1="10567" x2="26168" y2="10567"/>
                        <a14:foregroundMark x1="45260" y1="92037" x2="45260" y2="92037"/>
                        <a14:foregroundMark x1="55407" y1="90199" x2="55407" y2="90199"/>
                        <a14:foregroundMark x1="24299" y1="11026" x2="17757" y2="11945"/>
                        <a14:foregroundMark x1="57276" y1="5207" x2="50067" y2="2297"/>
                        <a14:foregroundMark x1="64085" y1="14701" x2="67156" y2="16386"/>
                        <a14:foregroundMark x1="72230" y1="20368" x2="75701" y2="245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944" y="3226330"/>
            <a:ext cx="3746772" cy="32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3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늑대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B813B78-177B-A00F-354D-D444D8167333}"/>
              </a:ext>
            </a:extLst>
          </p:cNvPr>
          <p:cNvSpPr txBox="1">
            <a:spLocks/>
          </p:cNvSpPr>
          <p:nvPr/>
        </p:nvSpPr>
        <p:spPr>
          <a:xfrm>
            <a:off x="5148072" y="1825624"/>
            <a:ext cx="6205728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재료 </a:t>
            </a:r>
            <a:r>
              <a:rPr lang="en-US" altLang="ko-KR" dirty="0"/>
              <a:t>: </a:t>
            </a:r>
            <a:r>
              <a:rPr lang="ko-KR" altLang="en-US" dirty="0"/>
              <a:t>이빨</a:t>
            </a:r>
            <a:endParaRPr lang="en-US" altLang="ko-KR" dirty="0"/>
          </a:p>
          <a:p>
            <a:r>
              <a:rPr lang="ko-KR" altLang="en-US" dirty="0"/>
              <a:t>스킬</a:t>
            </a:r>
            <a:r>
              <a:rPr lang="en-US" altLang="ko-KR" dirty="0"/>
              <a:t>1 : </a:t>
            </a:r>
            <a:r>
              <a:rPr lang="ko-KR" altLang="en-US" dirty="0"/>
              <a:t>크게 도약 후 주인공 쪽으로 덮치기 </a:t>
            </a:r>
            <a:endParaRPr lang="en-US" altLang="ko-KR" dirty="0"/>
          </a:p>
          <a:p>
            <a:r>
              <a:rPr lang="ko-KR" altLang="en-US" dirty="0"/>
              <a:t>스킬</a:t>
            </a:r>
            <a:r>
              <a:rPr lang="en-US" altLang="ko-KR" dirty="0"/>
              <a:t>2 : </a:t>
            </a:r>
            <a:r>
              <a:rPr lang="ko-KR" altLang="en-US" dirty="0" err="1"/>
              <a:t>하울링해서</a:t>
            </a:r>
            <a:r>
              <a:rPr lang="ko-KR" altLang="en-US" dirty="0"/>
              <a:t> </a:t>
            </a:r>
            <a:r>
              <a:rPr lang="ko-KR" altLang="en-US" dirty="0" err="1"/>
              <a:t>잡몹</a:t>
            </a:r>
            <a:r>
              <a:rPr lang="ko-KR" altLang="en-US" dirty="0"/>
              <a:t> 소환</a:t>
            </a:r>
            <a:endParaRPr lang="en-US" altLang="ko-KR" dirty="0"/>
          </a:p>
          <a:p>
            <a:r>
              <a:rPr lang="ko-KR" altLang="en-US" dirty="0"/>
              <a:t>특성 </a:t>
            </a:r>
            <a:r>
              <a:rPr lang="en-US" altLang="ko-KR" dirty="0"/>
              <a:t>: </a:t>
            </a:r>
            <a:r>
              <a:rPr lang="ko-KR" altLang="en-US" dirty="0"/>
              <a:t>보스 늑대의 공격을 받으면 </a:t>
            </a:r>
            <a:r>
              <a:rPr lang="ko-KR" altLang="en-US" dirty="0" err="1"/>
              <a:t>잡몹들이</a:t>
            </a:r>
            <a:r>
              <a:rPr lang="ko-KR" altLang="en-US" dirty="0"/>
              <a:t> 뛰어서 붙음</a:t>
            </a:r>
            <a:r>
              <a:rPr lang="en-US" altLang="ko-KR" dirty="0"/>
              <a:t>(</a:t>
            </a:r>
            <a:r>
              <a:rPr lang="ko-KR" altLang="en-US" dirty="0"/>
              <a:t>점프해옴</a:t>
            </a:r>
            <a:r>
              <a:rPr lang="en-US" altLang="ko-KR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B51614-631A-CAD7-5166-8E530B847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42" b="89809" l="9979" r="89809">
                        <a14:foregroundMark x1="53503" y1="9342" x2="53503" y2="93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444" y="1413737"/>
            <a:ext cx="2319651" cy="23196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D14FD5-1AA4-C074-CDC0-52B6B2228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705" b="92114" l="8889" r="93918">
                        <a14:foregroundMark x1="8889" y1="49161" x2="8889" y2="49161"/>
                        <a14:foregroundMark x1="22222" y1="32718" x2="22222" y2="32718"/>
                        <a14:foregroundMark x1="20351" y1="29027" x2="20351" y2="29027"/>
                        <a14:foregroundMark x1="20000" y1="28020" x2="20000" y2="28020"/>
                        <a14:foregroundMark x1="21754" y1="30369" x2="21754" y2="30369"/>
                        <a14:foregroundMark x1="20936" y1="28859" x2="20936" y2="28859"/>
                        <a14:foregroundMark x1="73801" y1="79362" x2="73801" y2="79362"/>
                        <a14:foregroundMark x1="47719" y1="88423" x2="47719" y2="88423"/>
                        <a14:foregroundMark x1="63626" y1="75000" x2="63626" y2="75000"/>
                        <a14:foregroundMark x1="54737" y1="21309" x2="54737" y2="21309"/>
                        <a14:foregroundMark x1="44795" y1="13758" x2="44795" y2="13758"/>
                        <a14:foregroundMark x1="39181" y1="15940" x2="39181" y2="15940"/>
                        <a14:foregroundMark x1="33450" y1="20805" x2="33450" y2="20805"/>
                        <a14:foregroundMark x1="27135" y1="26174" x2="27135" y2="26174"/>
                        <a14:foregroundMark x1="27018" y1="26846" x2="27018" y2="26846"/>
                        <a14:foregroundMark x1="27368" y1="25503" x2="27368" y2="25503"/>
                        <a14:foregroundMark x1="90292" y1="21812" x2="90292" y2="21812"/>
                        <a14:foregroundMark x1="91696" y1="13758" x2="91696" y2="13758"/>
                        <a14:foregroundMark x1="91345" y1="16946" x2="91345" y2="16946"/>
                        <a14:foregroundMark x1="91579" y1="6040" x2="91813" y2="9396"/>
                        <a14:foregroundMark x1="92515" y1="18289" x2="92982" y2="25839"/>
                        <a14:foregroundMark x1="90409" y1="42785" x2="94035" y2="37752"/>
                        <a14:foregroundMark x1="25263" y1="48322" x2="29240" y2="47148"/>
                        <a14:foregroundMark x1="43158" y1="92114" x2="43158" y2="921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0454" y="1690688"/>
            <a:ext cx="3272329" cy="22810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AB45D18-8891-3A40-3F33-5F60C74B6C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37" b="96689" l="10000" r="90000">
                        <a14:foregroundMark x1="38876" y1="84437" x2="39663" y2="77980"/>
                        <a14:foregroundMark x1="58202" y1="79305" x2="63483" y2="96689"/>
                        <a14:foregroundMark x1="63483" y1="96689" x2="55281" y2="80132"/>
                        <a14:foregroundMark x1="55281" y1="80132" x2="61573" y2="82285"/>
                        <a14:foregroundMark x1="50449" y1="31788" x2="55506" y2="34934"/>
                        <a14:foregroundMark x1="52472" y1="11093" x2="52022" y2="9437"/>
                        <a14:foregroundMark x1="65056" y1="19702" x2="69326" y2="236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444" y="3261228"/>
            <a:ext cx="4481744" cy="304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3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B813B78-177B-A00F-354D-D444D8167333}"/>
              </a:ext>
            </a:extLst>
          </p:cNvPr>
          <p:cNvSpPr txBox="1">
            <a:spLocks/>
          </p:cNvSpPr>
          <p:nvPr/>
        </p:nvSpPr>
        <p:spPr>
          <a:xfrm>
            <a:off x="5148072" y="1825624"/>
            <a:ext cx="6205728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재료 </a:t>
            </a:r>
            <a:r>
              <a:rPr lang="en-US" altLang="ko-KR" dirty="0"/>
              <a:t>: </a:t>
            </a:r>
            <a:r>
              <a:rPr lang="ko-KR" altLang="en-US" dirty="0"/>
              <a:t>비늘</a:t>
            </a:r>
            <a:endParaRPr lang="en-US" altLang="ko-KR" dirty="0"/>
          </a:p>
          <a:p>
            <a:r>
              <a:rPr lang="ko-KR" altLang="en-US" dirty="0"/>
              <a:t>스킬</a:t>
            </a:r>
            <a:r>
              <a:rPr lang="en-US" altLang="ko-KR" dirty="0"/>
              <a:t>1 :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2 :</a:t>
            </a:r>
          </a:p>
          <a:p>
            <a:r>
              <a:rPr lang="ko-KR" altLang="en-US" dirty="0"/>
              <a:t>특성 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02336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꽃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B813B78-177B-A00F-354D-D444D8167333}"/>
              </a:ext>
            </a:extLst>
          </p:cNvPr>
          <p:cNvSpPr txBox="1">
            <a:spLocks/>
          </p:cNvSpPr>
          <p:nvPr/>
        </p:nvSpPr>
        <p:spPr>
          <a:xfrm>
            <a:off x="5148072" y="1825624"/>
            <a:ext cx="6205728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재료 </a:t>
            </a:r>
            <a:r>
              <a:rPr lang="en-US" altLang="ko-KR" dirty="0"/>
              <a:t>: </a:t>
            </a:r>
            <a:r>
              <a:rPr lang="ko-KR" altLang="en-US" dirty="0"/>
              <a:t>꽃잎</a:t>
            </a:r>
            <a:endParaRPr lang="en-US" altLang="ko-KR" dirty="0"/>
          </a:p>
          <a:p>
            <a:r>
              <a:rPr lang="ko-KR" altLang="en-US" dirty="0"/>
              <a:t>스킬</a:t>
            </a:r>
            <a:r>
              <a:rPr lang="en-US" altLang="ko-KR" dirty="0"/>
              <a:t>1 :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2 :</a:t>
            </a:r>
          </a:p>
          <a:p>
            <a:r>
              <a:rPr lang="ko-KR" altLang="en-US" dirty="0"/>
              <a:t>특성 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9746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B813B78-177B-A00F-354D-D444D8167333}"/>
              </a:ext>
            </a:extLst>
          </p:cNvPr>
          <p:cNvSpPr txBox="1">
            <a:spLocks/>
          </p:cNvSpPr>
          <p:nvPr/>
        </p:nvSpPr>
        <p:spPr>
          <a:xfrm>
            <a:off x="5148072" y="1825624"/>
            <a:ext cx="6205728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재료 </a:t>
            </a:r>
            <a:r>
              <a:rPr lang="en-US" altLang="ko-KR" dirty="0"/>
              <a:t>: </a:t>
            </a:r>
            <a:r>
              <a:rPr lang="ko-KR" altLang="en-US" dirty="0"/>
              <a:t>발톱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1 :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2 :</a:t>
            </a:r>
          </a:p>
          <a:p>
            <a:r>
              <a:rPr lang="ko-KR" altLang="en-US" dirty="0"/>
              <a:t>특성 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82083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56632-33EA-F39D-E6D1-2E3790E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펫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F91A3-5656-0F7D-B879-85508424C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dirty="0"/>
              <a:t>종류 </a:t>
            </a:r>
            <a:r>
              <a:rPr lang="en-US" altLang="ko-KR" dirty="0"/>
              <a:t>: </a:t>
            </a:r>
            <a:r>
              <a:rPr lang="ko-KR" altLang="en-US" dirty="0"/>
              <a:t>폭탄</a:t>
            </a:r>
            <a:r>
              <a:rPr lang="en-US" altLang="ko-KR" dirty="0"/>
              <a:t>, </a:t>
            </a:r>
            <a:r>
              <a:rPr lang="ko-KR" altLang="en-US" dirty="0"/>
              <a:t>꽃 정령</a:t>
            </a:r>
            <a:r>
              <a:rPr lang="en-US" altLang="ko-KR" dirty="0"/>
              <a:t>, </a:t>
            </a:r>
            <a:r>
              <a:rPr lang="ko-KR" altLang="en-US" dirty="0"/>
              <a:t>나무인형</a:t>
            </a:r>
            <a:endParaRPr lang="en-US" altLang="ko-KR" dirty="0"/>
          </a:p>
          <a:p>
            <a:r>
              <a:rPr lang="ko-KR" altLang="en-US" dirty="0"/>
              <a:t>생각해볼 것</a:t>
            </a:r>
            <a:endParaRPr lang="en-US" altLang="ko-KR" dirty="0"/>
          </a:p>
          <a:p>
            <a:pPr lvl="1"/>
            <a:r>
              <a:rPr lang="ko-KR" altLang="en-US" dirty="0"/>
              <a:t>소환 방식 </a:t>
            </a:r>
            <a:r>
              <a:rPr lang="en-US" altLang="ko-KR" dirty="0"/>
              <a:t>: </a:t>
            </a:r>
            <a:r>
              <a:rPr lang="ko-KR" altLang="en-US" dirty="0"/>
              <a:t>필요 시 꺼내 씀</a:t>
            </a:r>
            <a:endParaRPr lang="en-US" altLang="ko-KR" dirty="0"/>
          </a:p>
          <a:p>
            <a:pPr lvl="1"/>
            <a:r>
              <a:rPr lang="ko-KR" altLang="en-US" dirty="0"/>
              <a:t>서포트 방식 </a:t>
            </a:r>
            <a:r>
              <a:rPr lang="en-US" altLang="ko-KR" dirty="0"/>
              <a:t>: </a:t>
            </a:r>
            <a:r>
              <a:rPr lang="ko-KR" altLang="en-US" dirty="0"/>
              <a:t>체력 </a:t>
            </a:r>
            <a:r>
              <a:rPr lang="en-US" altLang="ko-KR" dirty="0"/>
              <a:t>or </a:t>
            </a:r>
            <a:r>
              <a:rPr lang="ko-KR" altLang="en-US" dirty="0"/>
              <a:t>일정 시간</a:t>
            </a:r>
            <a:endParaRPr lang="en-US" altLang="ko-KR" dirty="0"/>
          </a:p>
          <a:p>
            <a:pPr lvl="1"/>
            <a:r>
              <a:rPr lang="ko-KR" altLang="en-US" dirty="0"/>
              <a:t>각 스킬</a:t>
            </a:r>
            <a:r>
              <a:rPr lang="en-US" altLang="ko-KR" dirty="0"/>
              <a:t>, </a:t>
            </a:r>
            <a:r>
              <a:rPr lang="ko-KR" altLang="en-US" dirty="0"/>
              <a:t>특성 </a:t>
            </a:r>
            <a:r>
              <a:rPr lang="en-US" altLang="ko-KR" dirty="0"/>
              <a:t>: </a:t>
            </a:r>
          </a:p>
          <a:p>
            <a:pPr lvl="1"/>
            <a:r>
              <a:rPr lang="ko-KR" altLang="en-US" dirty="0"/>
              <a:t>레벨 업 방식 </a:t>
            </a:r>
            <a:r>
              <a:rPr lang="en-US" altLang="ko-KR" dirty="0"/>
              <a:t>: </a:t>
            </a:r>
            <a:r>
              <a:rPr lang="ko-KR" altLang="en-US" dirty="0"/>
              <a:t>경험치 </a:t>
            </a:r>
            <a:r>
              <a:rPr lang="en-US" altLang="ko-KR" dirty="0"/>
              <a:t>10</a:t>
            </a:r>
            <a:r>
              <a:rPr lang="ko-KR" altLang="en-US" dirty="0"/>
              <a:t>레벨 당 육성 포인트 </a:t>
            </a:r>
            <a:r>
              <a:rPr lang="en-US" altLang="ko-KR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70506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E75B8-2D67-D9FE-E9B5-3CDC9A9A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01F1A-253A-B553-4DD0-C488ADEA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260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E75B8-2D67-D9FE-E9B5-3CDC9A9A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01F1A-253A-B553-4DD0-C488ADEA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308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E75B8-2D67-D9FE-E9B5-3CDC9A9A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01F1A-253A-B553-4DD0-C488ADEA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232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409</Words>
  <Application>Microsoft Office PowerPoint</Application>
  <PresentationFormat>와이드스크린</PresentationFormat>
  <Paragraphs>100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주니 지니 첫 게임 기획서</vt:lpstr>
      <vt:lpstr>목차</vt:lpstr>
      <vt:lpstr>게임 소개</vt:lpstr>
      <vt:lpstr>PowerPoint 프레젠테이션</vt:lpstr>
      <vt:lpstr>주인공 냥이 스탯, 보유 가능 자원</vt:lpstr>
      <vt:lpstr>등장하는 냥이 가능한 역할</vt:lpstr>
      <vt:lpstr>상세</vt:lpstr>
      <vt:lpstr>사냥 (몬스터)</vt:lpstr>
      <vt:lpstr>뱀</vt:lpstr>
      <vt:lpstr>늑대</vt:lpstr>
      <vt:lpstr>용</vt:lpstr>
      <vt:lpstr>꽃</vt:lpstr>
      <vt:lpstr>곰</vt:lpstr>
      <vt:lpstr>펫</vt:lpstr>
      <vt:lpstr>스킬</vt:lpstr>
      <vt:lpstr>무기</vt:lpstr>
      <vt:lpstr>상점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2024-08-16T09:51:49Z</dcterms:created>
  <dcterms:modified xsi:type="dcterms:W3CDTF">2024-08-24T10:05:00Z</dcterms:modified>
</cp:coreProperties>
</file>