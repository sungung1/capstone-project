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A1D72-452A-1368-0E71-D7E54F524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430FA0B-32F7-797A-2786-8658222D6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0ABB45-169C-6A81-296C-F664F0522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781340-87BB-48C5-3FD1-4467D306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55767D-9752-92A3-49BE-58F3A5CA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64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B4EA0-5DFD-76CE-49B2-712E9487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810062-9170-22AA-9D77-3543E60B7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CE978B-C1D5-85A2-4C96-399CCD37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677587-206D-4CAC-5B02-0FCFD8AEF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03CF69-7B7E-E36C-A566-A48B76393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68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90E15C-74EC-808F-702D-5F0ACCFF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0963BC-AB7C-0093-EA14-524F4F2E0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8574C-FAE7-DF60-F87B-6671A628F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CA75FE-D48A-0608-C034-9FD8D29D0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5F1EB-5549-FEE0-1772-86C11865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307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E65482-44D0-6E28-DDAC-1AF4785D8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94A03-AD67-F2D7-908C-32229D55F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A389B-6B2D-DEA0-737B-7E4F6446C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B6720D7-8D15-AA11-84B7-52AAFAF94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745D9A-EF3C-888E-5E05-A917C62A8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0FD01E-B96D-A86D-AFD8-FF8B9B614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44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531F4E-E5F5-BC36-903F-56BA92AFE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2C91C7-C618-EF68-EBAF-E70117496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05AF56-8939-4D93-9C23-B1DD62757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65A7257-47D8-145E-39D6-2A74E4E08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686B57A-BEB0-6754-0483-820610035D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DB819F-D3D8-0908-4BF2-3AA38155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0353CA1-1574-C81A-CEF2-4B4C1C052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213A6C-C447-8C79-3D76-B484BD368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2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CD77D-9BE9-874F-5786-9B3B5605F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56C6E8-9FF9-7008-6049-23C03E52A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9AC7964-4A45-2D92-CFB8-4F30C95C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279AD8E-097A-3C0E-5120-3F5857C8E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895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51AFA9-C486-C477-3A4F-52B2B9216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45187B-9458-E52F-DD63-BAF43D01E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EAF512-9229-3AFE-6EA8-20C326E8C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954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0C0B5-60B2-0D41-846F-E5847DEF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1DFD21-BDCC-C868-2DDE-5ABFF54DD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EBCD50D-1DFC-2DC6-B300-F6EEB05A4F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955152-EDAB-26C7-2270-ED5DCCDA5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C2FB59-4B54-014D-2BB1-98DDC36D1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E67F74-FA94-5DC8-5F4C-D2BF612F0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22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54CBC-76E1-6439-2981-FDB14F5AB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F33F60-FD05-374D-3AAF-893FF1BDA7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CAECB3-63EC-D80D-84C2-B3558C244C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C37C62-70E8-91F1-261A-ABAFAECC8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5DA939-A268-8F62-8006-ED61AA3AC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BD8988-4C34-290A-C74B-51400077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14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BE28C-D530-CF47-AA2F-745896464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D6729F-36E6-FABE-F2E6-65C01F27C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C81204-B00D-F0B6-E879-D97D6D6C5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B621D9-1D9A-82B1-E7FD-274FCC1BF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805ABF-0A91-4745-128C-0619880F8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1181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CEE531A-2A32-201F-1755-47352F04E3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154D7C-7F79-146D-A23D-6F168D4FB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0F8A4-9ADB-1878-D30C-3F41E07E6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E36C31-B535-E0DA-0CE5-29DBF6021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212961-09F2-E691-FD03-914DA7B16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090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6F5212-8A16-024C-E459-DB8EF413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EAF05F-BB5F-FDFD-5C64-F1923CAC6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CBACF2-A001-C38A-39D1-5344FA0A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051DE-B972-46CC-A87B-4AB80524E859}" type="datetimeFigureOut">
              <a:rPr lang="ko-KR" altLang="en-US" smtClean="0"/>
              <a:t>2024-02-16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25ACD7-563D-7F35-0DB9-39699832EE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8D9758-FD33-1EC9-69B4-39648A849C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1C419-3F8D-4FB1-887F-3E7D8D9834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9440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CBD879-A463-F9B5-7058-44F40353F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971" y="584597"/>
            <a:ext cx="2049958" cy="54792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988820-619A-3D7C-C80C-EDB3289F6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22" y="584597"/>
            <a:ext cx="1790855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4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현진 김</dc:creator>
  <cp:lastModifiedBy>현진 김</cp:lastModifiedBy>
  <cp:revision>1</cp:revision>
  <dcterms:created xsi:type="dcterms:W3CDTF">2024-02-15T16:13:05Z</dcterms:created>
  <dcterms:modified xsi:type="dcterms:W3CDTF">2024-02-15T16:13:27Z</dcterms:modified>
</cp:coreProperties>
</file>