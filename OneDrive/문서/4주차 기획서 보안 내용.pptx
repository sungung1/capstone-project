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351" r:id="rId5"/>
    <p:sldId id="368" r:id="rId6"/>
    <p:sldId id="392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55BAE3-888E-46E3-8F62-5774BCD4E043}" type="datetimeFigureOut">
              <a:rPr lang="ko-KR" altLang="en-US" smtClean="0"/>
              <a:t>2024-04-18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3EF154-311D-4229-B47E-DA6873AD74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45327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프로토타입 </a:t>
            </a:r>
            <a:r>
              <a:rPr lang="en-US" altLang="ko-KR" dirty="0"/>
              <a:t>: </a:t>
            </a:r>
            <a:r>
              <a:rPr lang="ko-KR" altLang="en-US" dirty="0"/>
              <a:t>무언가 만드는 과정에서 과정을 테스트하기 위한 초기 샘플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CC9B1B-B1CB-4C34-8D19-BAF762749781}" type="slidenum">
              <a:rPr lang="ko-KR" altLang="en-US" smtClean="0"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632797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SMS = Short Message Service</a:t>
            </a:r>
            <a:r>
              <a:rPr lang="ko-KR" altLang="en-US" dirty="0"/>
              <a:t>의 약자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CC9B1B-B1CB-4C34-8D19-BAF762749781}" type="slidenum">
              <a:rPr lang="ko-KR" altLang="en-US" smtClean="0"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373313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8EAA1F-BB5D-ADC0-EDB7-0ED65FE246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B77BCCF-0CC5-B279-D7B6-A1F6CF8BAA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D0C58AA-A512-8B92-E8DA-185A8F518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CB7C1-FC9B-4830-851B-2181969E300A}" type="datetimeFigureOut">
              <a:rPr lang="ko-KR" altLang="en-US" smtClean="0"/>
              <a:t>2024-04-18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68E799-8CDC-2BD7-F1A2-09AD94785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1E0C72-8F9B-7E7C-6A13-C5B3E8204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02A27-0B10-438B-98AE-32D508FA21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26117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B06AD0-45C7-A3D5-AE4F-8ED729FE6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73856EF-60F9-A8CD-D00F-D16CF24BC3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5222A36-643B-C239-8E18-8FA12BDB2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CB7C1-FC9B-4830-851B-2181969E300A}" type="datetimeFigureOut">
              <a:rPr lang="ko-KR" altLang="en-US" smtClean="0"/>
              <a:t>2024-04-18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EF57AF3-7804-8967-5404-2929725FC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07E4BD3-F7AA-4043-7BAA-659CB0A94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02A27-0B10-438B-98AE-32D508FA21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23763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EEBF78-7987-0FEC-A68F-01D13E4FE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ADBB185-7F32-7F6C-890E-BAD362E887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5465828-9695-B999-B269-03E46D9C3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CB7C1-FC9B-4830-851B-2181969E300A}" type="datetimeFigureOut">
              <a:rPr lang="ko-KR" altLang="en-US" smtClean="0"/>
              <a:t>2024-04-18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41B72D8-89BC-E915-120C-5D8D6F2C1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0F06E31-04E0-FACF-AC3B-726100BD2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02A27-0B10-438B-98AE-32D508FA21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6170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50ECD6-1F39-283F-2D4D-3B77D5B51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B72B33-E4A5-4A86-AE91-04C9655A2B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AB1BA2F-54D6-72A2-0917-F59B0485C9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655EB08-2968-6914-884B-CBF544FF2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CB7C1-FC9B-4830-851B-2181969E300A}" type="datetimeFigureOut">
              <a:rPr lang="ko-KR" altLang="en-US" smtClean="0"/>
              <a:t>2024-04-18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A40E1DA-F17B-E539-776A-5C6362905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0AC95C6-9917-A2D6-483D-6A9916E10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02A27-0B10-438B-98AE-32D508FA21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66892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432FA8-A358-D307-693E-32383FC8F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4F3BD81-5024-242E-F107-23E58605E2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FE0A221-CC59-044D-C0BB-491665DADF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A3276A9-AF1D-7642-FFC7-6B7DD35141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7485C1A-D97E-C667-1997-34336F723E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B3B7ABE-1B3B-F3B2-82B6-657427618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CB7C1-FC9B-4830-851B-2181969E300A}" type="datetimeFigureOut">
              <a:rPr lang="ko-KR" altLang="en-US" smtClean="0"/>
              <a:t>2024-04-18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B695AB6-0114-FC08-D9BA-9A444E2ED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C11F9B6-B010-CB5D-AF4E-36BA31F63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02A27-0B10-438B-98AE-32D508FA21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06936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F58A22-A3C4-1872-1165-A2DD3A41D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F31AFA1-D9BF-23A8-DE80-A651848DD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CB7C1-FC9B-4830-851B-2181969E300A}" type="datetimeFigureOut">
              <a:rPr lang="ko-KR" altLang="en-US" smtClean="0"/>
              <a:t>2024-04-18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551066E-8D52-24C1-D035-DD3287C8D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0367BE3-D434-7BC5-9215-576AC4684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02A27-0B10-438B-98AE-32D508FA21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26777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4FB1606-D397-F2EB-BB2A-A106767E9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CB7C1-FC9B-4830-851B-2181969E300A}" type="datetimeFigureOut">
              <a:rPr lang="ko-KR" altLang="en-US" smtClean="0"/>
              <a:t>2024-04-18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09C7289-5E8F-E31C-BC96-5C6636C0A0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A145CD3-3ADC-A762-40DA-B2D131A5F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02A27-0B10-438B-98AE-32D508FA21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60310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9BF90E-BBC1-269C-C87A-4778907CE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080139B-27D4-7957-7B50-B2CBE303A3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C0DEA13-AE27-B00C-5E52-57AEDEACF6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049A3C1-3197-9B1A-2863-19ECE8E20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CB7C1-FC9B-4830-851B-2181969E300A}" type="datetimeFigureOut">
              <a:rPr lang="ko-KR" altLang="en-US" smtClean="0"/>
              <a:t>2024-04-18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F59102B-81DC-53C6-CD7F-57798DEF7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62DE027-CB35-238C-5FF0-055A6FAE6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02A27-0B10-438B-98AE-32D508FA21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78153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D292B5-735B-95C8-83C4-EE2B6ECFC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8694989-ADCA-8335-0FFA-54D95BA4C1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DC361ED-33EC-AADF-8825-DE1CF05D6C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A1E682F-8ACD-AA79-7D11-635036748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CB7C1-FC9B-4830-851B-2181969E300A}" type="datetimeFigureOut">
              <a:rPr lang="ko-KR" altLang="en-US" smtClean="0"/>
              <a:t>2024-04-18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B12A586-9DED-F127-6FF9-D3C9D8EB7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4E0A496-433E-BE4B-18F9-289938565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02A27-0B10-438B-98AE-32D508FA21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25056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97DF37-F306-508E-50C7-E1C3385AD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B29C3A9-AF4D-4027-865C-8A7C2824F1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B408721-1980-B56E-B4A4-8956535EA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CB7C1-FC9B-4830-851B-2181969E300A}" type="datetimeFigureOut">
              <a:rPr lang="ko-KR" altLang="en-US" smtClean="0"/>
              <a:t>2024-04-18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DEFD38A-A4B1-EBC9-7BF3-013BF0EB7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22D3188-E145-07CB-906E-520421C2C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02A27-0B10-438B-98AE-32D508FA21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38324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EACE925-779C-3CD5-0E94-B3EB16EB07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69EDF2D-EF1B-E972-2102-099811BABF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2CA8CF2-C93C-DBBE-7CBB-A13F8885C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CB7C1-FC9B-4830-851B-2181969E300A}" type="datetimeFigureOut">
              <a:rPr lang="ko-KR" altLang="en-US" smtClean="0"/>
              <a:t>2024-04-18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4A30BB2-3B69-D583-FD34-34F049CD5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9795C58-E396-6178-D41B-5ADF7DDFD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02A27-0B10-438B-98AE-32D508FA21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0128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73B6792-118F-D381-EED9-C37AD4FED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10C2861-50FB-E96D-7CBB-974F8D1880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E98276A-0D7C-4A35-1DC2-201E6C23EE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7CB7C1-FC9B-4830-851B-2181969E300A}" type="datetimeFigureOut">
              <a:rPr lang="ko-KR" altLang="en-US" smtClean="0"/>
              <a:t>2024-04-18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153E6F4-B341-ED39-A66A-FF2BA950C3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48C57F-8530-CD21-26DB-20260F9FC9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702A27-0B10-438B-98AE-32D508FA21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31554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37ABA2-6BD0-80A4-2B90-8796CD3D38F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첫 개인 프로젝트</a:t>
            </a:r>
            <a:br>
              <a:rPr lang="en-US" altLang="ko-KR" dirty="0"/>
            </a:br>
            <a:r>
              <a:rPr lang="en-US" altLang="ko-KR" dirty="0"/>
              <a:t>6</a:t>
            </a:r>
            <a:r>
              <a:rPr lang="ko-KR" altLang="en-US" dirty="0"/>
              <a:t>주차 발표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359F852-9C0B-9A33-042B-881EF212C87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8</a:t>
            </a:r>
            <a:r>
              <a:rPr lang="ko-KR" altLang="en-US" dirty="0"/>
              <a:t>기 김현진</a:t>
            </a:r>
          </a:p>
        </p:txBody>
      </p:sp>
    </p:spTree>
    <p:extLst>
      <p:ext uri="{BB962C8B-B14F-4D97-AF65-F5344CB8AC3E}">
        <p14:creationId xmlns:p14="http://schemas.microsoft.com/office/powerpoint/2010/main" val="24283634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51057C-4D54-D962-FC8A-B5CF341E9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A20C6A-F761-F725-E9A2-4654D80D3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3272" y="1825625"/>
            <a:ext cx="10981944" cy="4351338"/>
          </a:xfrm>
        </p:spPr>
        <p:txBody>
          <a:bodyPr/>
          <a:lstStyle/>
          <a:p>
            <a:pPr marL="514350" indent="-514350">
              <a:buAutoNum type="arabicPeriod"/>
            </a:pPr>
            <a:r>
              <a:rPr lang="ko-KR" altLang="en-US" dirty="0"/>
              <a:t>이번 주 구현 내용에 대한 기획서에 추가한 내용 설명</a:t>
            </a:r>
            <a:endParaRPr lang="en-US" altLang="ko-KR" dirty="0"/>
          </a:p>
          <a:p>
            <a:pPr marL="514350" indent="-514350">
              <a:buAutoNum type="arabicPeriod"/>
            </a:pPr>
            <a:r>
              <a:rPr lang="ko-KR" altLang="en-US" dirty="0"/>
              <a:t>이번 주 구현 내용에 대한 요약 및 안드로이드 스튜디오 에뮬레이터로 시현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11591229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DE5E4C-9871-3A34-E389-D33E3D7A0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기획서 추가 사항</a:t>
            </a: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E6C2F8A0-33AD-FD73-AA76-29E379280D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3272" y="1825625"/>
            <a:ext cx="10981944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1. </a:t>
            </a:r>
            <a:r>
              <a:rPr lang="ko-KR" altLang="en-US" dirty="0"/>
              <a:t>웹 서버에 요청할 때 필요한 매개변수 이름 및 타입 정의</a:t>
            </a:r>
            <a:r>
              <a:rPr lang="en-US" altLang="ko-KR" dirty="0"/>
              <a:t>, </a:t>
            </a:r>
            <a:r>
              <a:rPr lang="ko-KR" altLang="en-US" dirty="0"/>
              <a:t>요청 시 응답으로 받는 데이터의 이름 및 타입 정의 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5603893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EBA9202-02A7-BC34-BECD-C552C5988716}"/>
              </a:ext>
            </a:extLst>
          </p:cNvPr>
          <p:cNvSpPr txBox="1"/>
          <p:nvPr/>
        </p:nvSpPr>
        <p:spPr>
          <a:xfrm>
            <a:off x="1629494" y="5998464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Login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231A23E-31CD-8661-21CC-1491C251FB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458" y="1408240"/>
            <a:ext cx="2735817" cy="454953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8851465-1F84-212D-A208-F022FBF9F009}"/>
              </a:ext>
            </a:extLst>
          </p:cNvPr>
          <p:cNvSpPr txBox="1"/>
          <p:nvPr/>
        </p:nvSpPr>
        <p:spPr>
          <a:xfrm>
            <a:off x="6194832" y="3345732"/>
            <a:ext cx="540603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7-1. </a:t>
            </a:r>
            <a:r>
              <a:rPr lang="ko-KR" altLang="en-US" dirty="0"/>
              <a:t>로그인 버튼 클릭했는데</a:t>
            </a:r>
            <a:endParaRPr lang="en-US" altLang="ko-KR" dirty="0"/>
          </a:p>
          <a:p>
            <a:r>
              <a:rPr lang="ko-KR" altLang="en-US" dirty="0"/>
              <a:t>입력한 </a:t>
            </a:r>
            <a:r>
              <a:rPr lang="en-US" altLang="ko-KR" dirty="0"/>
              <a:t>ID, </a:t>
            </a:r>
            <a:r>
              <a:rPr lang="ko-KR" altLang="en-US" dirty="0"/>
              <a:t>비밀번호를 가진 사용자 계정이 없을 때</a:t>
            </a:r>
            <a:endParaRPr lang="en-US" altLang="ko-KR" dirty="0"/>
          </a:p>
          <a:p>
            <a:r>
              <a:rPr lang="ko-KR" altLang="en-US" dirty="0"/>
              <a:t>출력되는 팝업</a:t>
            </a:r>
            <a:r>
              <a:rPr lang="en-US" altLang="ko-KR" dirty="0"/>
              <a:t>. ‘</a:t>
            </a:r>
            <a:r>
              <a:rPr lang="ko-KR" altLang="en-US" dirty="0"/>
              <a:t>확인</a:t>
            </a:r>
            <a:r>
              <a:rPr lang="en-US" altLang="ko-KR" dirty="0"/>
              <a:t>’ </a:t>
            </a:r>
            <a:r>
              <a:rPr lang="ko-KR" altLang="en-US" dirty="0"/>
              <a:t>클릭 시 팝업 꺼짐</a:t>
            </a:r>
            <a:r>
              <a:rPr lang="en-US" altLang="ko-KR" dirty="0"/>
              <a:t>.</a:t>
            </a:r>
          </a:p>
        </p:txBody>
      </p:sp>
      <p:sp>
        <p:nvSpPr>
          <p:cNvPr id="8" name="순서도: 연결자 7">
            <a:extLst>
              <a:ext uri="{FF2B5EF4-FFF2-40B4-BE49-F238E27FC236}">
                <a16:creationId xmlns:a16="http://schemas.microsoft.com/office/drawing/2014/main" id="{232A3C24-99EA-B5A0-A314-DE4F21A9F04B}"/>
              </a:ext>
            </a:extLst>
          </p:cNvPr>
          <p:cNvSpPr/>
          <p:nvPr/>
        </p:nvSpPr>
        <p:spPr>
          <a:xfrm>
            <a:off x="1346030" y="4162549"/>
            <a:ext cx="283464" cy="270261"/>
          </a:xfrm>
          <a:prstGeom prst="flowChartConnector">
            <a:avLst/>
          </a:prstGeom>
          <a:solidFill>
            <a:srgbClr val="F9C42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7</a:t>
            </a:r>
            <a:endParaRPr lang="ko-KR" altLang="en-US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19A48D5E-E4C8-A2E6-5983-7E757ACD42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4476" y="3345733"/>
            <a:ext cx="2500353" cy="1180050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1C293378-A774-5543-3D3B-A1219FC6A8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28044" y="4666604"/>
            <a:ext cx="2466785" cy="112041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42EE018-7CD4-242C-5A03-650105D7F90F}"/>
              </a:ext>
            </a:extLst>
          </p:cNvPr>
          <p:cNvSpPr txBox="1"/>
          <p:nvPr/>
        </p:nvSpPr>
        <p:spPr>
          <a:xfrm>
            <a:off x="6194831" y="4599722"/>
            <a:ext cx="538160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7-2. </a:t>
            </a:r>
            <a:r>
              <a:rPr lang="ko-KR" altLang="en-US" dirty="0"/>
              <a:t>로그인 버튼 클릭했는데 </a:t>
            </a:r>
            <a:endParaRPr lang="en-US" altLang="ko-KR" dirty="0"/>
          </a:p>
          <a:p>
            <a:r>
              <a:rPr lang="ko-KR" altLang="en-US" dirty="0"/>
              <a:t>회원가입 후 아직 관리자가 가입 승인을 내리지 </a:t>
            </a:r>
            <a:endParaRPr lang="en-US" altLang="ko-KR" dirty="0"/>
          </a:p>
          <a:p>
            <a:r>
              <a:rPr lang="ko-KR" altLang="en-US" dirty="0"/>
              <a:t>않았을 때</a:t>
            </a:r>
            <a:r>
              <a:rPr lang="en-US" altLang="ko-KR" dirty="0"/>
              <a:t> </a:t>
            </a:r>
            <a:r>
              <a:rPr lang="ko-KR" altLang="en-US" dirty="0"/>
              <a:t>출력되는 팝업</a:t>
            </a:r>
            <a:r>
              <a:rPr lang="en-US" altLang="ko-KR" dirty="0"/>
              <a:t>. ‘</a:t>
            </a:r>
            <a:r>
              <a:rPr lang="ko-KR" altLang="en-US" dirty="0"/>
              <a:t>확인</a:t>
            </a:r>
            <a:r>
              <a:rPr lang="en-US" altLang="ko-KR" dirty="0"/>
              <a:t>’ </a:t>
            </a:r>
            <a:r>
              <a:rPr lang="ko-KR" altLang="en-US" dirty="0"/>
              <a:t>클릭 시 팝업 꺼짐</a:t>
            </a:r>
            <a:r>
              <a:rPr lang="en-US" altLang="ko-KR" dirty="0"/>
              <a:t>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60CBF32-7E3A-B201-35AF-915A2A55AF4C}"/>
              </a:ext>
            </a:extLst>
          </p:cNvPr>
          <p:cNvSpPr txBox="1"/>
          <p:nvPr/>
        </p:nvSpPr>
        <p:spPr>
          <a:xfrm>
            <a:off x="6194831" y="5657671"/>
            <a:ext cx="553908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7-2. </a:t>
            </a:r>
            <a:r>
              <a:rPr lang="ko-KR" altLang="en-US" dirty="0"/>
              <a:t>로그인 버튼 클릭했는데 </a:t>
            </a:r>
            <a:endParaRPr lang="en-US" altLang="ko-KR" dirty="0"/>
          </a:p>
          <a:p>
            <a:r>
              <a:rPr lang="ko-KR" altLang="en-US" dirty="0"/>
              <a:t>입력한 </a:t>
            </a:r>
            <a:r>
              <a:rPr lang="en-US" altLang="ko-KR" dirty="0"/>
              <a:t>ID, </a:t>
            </a:r>
            <a:r>
              <a:rPr lang="ko-KR" altLang="en-US" dirty="0"/>
              <a:t>비밀번호를 가진 사용자 계정이 있을 때 </a:t>
            </a:r>
            <a:r>
              <a:rPr lang="en-US" altLang="ko-KR" dirty="0"/>
              <a:t>:</a:t>
            </a:r>
          </a:p>
          <a:p>
            <a:r>
              <a:rPr lang="en-US" altLang="ko-KR" dirty="0"/>
              <a:t>“Home” </a:t>
            </a:r>
            <a:r>
              <a:rPr lang="ko-KR" altLang="en-US" dirty="0"/>
              <a:t>페이지 이동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18" name="순서도: 연결자 17">
            <a:extLst>
              <a:ext uri="{FF2B5EF4-FFF2-40B4-BE49-F238E27FC236}">
                <a16:creationId xmlns:a16="http://schemas.microsoft.com/office/drawing/2014/main" id="{7E6DF9F0-3765-DD44-FC02-F9DD8F8A4287}"/>
              </a:ext>
            </a:extLst>
          </p:cNvPr>
          <p:cNvSpPr/>
          <p:nvPr/>
        </p:nvSpPr>
        <p:spPr>
          <a:xfrm>
            <a:off x="928222" y="5449759"/>
            <a:ext cx="283464" cy="270261"/>
          </a:xfrm>
          <a:prstGeom prst="flowChartConnector">
            <a:avLst/>
          </a:prstGeom>
          <a:solidFill>
            <a:srgbClr val="F9C42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6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99B75AE-668D-B248-5E56-AF5A56D571A8}"/>
              </a:ext>
            </a:extLst>
          </p:cNvPr>
          <p:cNvSpPr txBox="1"/>
          <p:nvPr/>
        </p:nvSpPr>
        <p:spPr>
          <a:xfrm>
            <a:off x="3609174" y="29458"/>
            <a:ext cx="8582825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6-1. </a:t>
            </a:r>
            <a:r>
              <a:rPr lang="ko-KR" altLang="en-US" dirty="0"/>
              <a:t>다른 서비스 계정으로 로그인 </a:t>
            </a:r>
            <a:r>
              <a:rPr lang="en-US" altLang="ko-KR" dirty="0"/>
              <a:t>: </a:t>
            </a:r>
            <a:r>
              <a:rPr lang="ko-KR" altLang="en-US" dirty="0"/>
              <a:t>구글</a:t>
            </a:r>
            <a:r>
              <a:rPr lang="en-US" altLang="ko-KR" dirty="0"/>
              <a:t>, </a:t>
            </a:r>
            <a:r>
              <a:rPr lang="ko-KR" altLang="en-US" dirty="0"/>
              <a:t>네이버</a:t>
            </a:r>
            <a:r>
              <a:rPr lang="en-US" altLang="ko-KR" dirty="0"/>
              <a:t>, </a:t>
            </a:r>
            <a:r>
              <a:rPr lang="ko-KR" altLang="en-US" dirty="0"/>
              <a:t>카카오 </a:t>
            </a:r>
            <a:r>
              <a:rPr lang="ko-KR" altLang="en-US" dirty="0" err="1"/>
              <a:t>택</a:t>
            </a:r>
            <a:r>
              <a:rPr lang="ko-KR" altLang="en-US" dirty="0"/>
              <a:t> </a:t>
            </a:r>
            <a:r>
              <a:rPr lang="en-US" altLang="ko-KR" dirty="0"/>
              <a:t>1</a:t>
            </a:r>
          </a:p>
          <a:p>
            <a:r>
              <a:rPr lang="en-US" altLang="ko-KR" dirty="0"/>
              <a:t>   </a:t>
            </a:r>
            <a:r>
              <a:rPr lang="ko-KR" altLang="en-US" dirty="0"/>
              <a:t>다른 서비스 계정으로 </a:t>
            </a:r>
            <a:r>
              <a:rPr lang="en-US" altLang="ko-KR" dirty="0"/>
              <a:t>NovaCom</a:t>
            </a:r>
            <a:r>
              <a:rPr lang="ko-KR" altLang="en-US" dirty="0"/>
              <a:t>에 </a:t>
            </a:r>
            <a:r>
              <a:rPr lang="ko-KR" altLang="en-US" dirty="0" err="1"/>
              <a:t>회원가입되어</a:t>
            </a:r>
            <a:r>
              <a:rPr lang="ko-KR" altLang="en-US" dirty="0"/>
              <a:t> 있으면 로그인 화면</a:t>
            </a:r>
            <a:endParaRPr lang="en-US" altLang="ko-KR" dirty="0"/>
          </a:p>
          <a:p>
            <a:r>
              <a:rPr lang="en-US" altLang="ko-KR" dirty="0"/>
              <a:t>					</a:t>
            </a:r>
            <a:r>
              <a:rPr lang="ko-KR" altLang="en-US" dirty="0"/>
              <a:t>되어있지 않으면 동의 화면</a:t>
            </a:r>
            <a:endParaRPr lang="en-US" altLang="ko-KR" dirty="0"/>
          </a:p>
          <a:p>
            <a:r>
              <a:rPr lang="en-US" altLang="ko-KR" dirty="0"/>
              <a:t> 					</a:t>
            </a:r>
            <a:r>
              <a:rPr lang="ko-KR" altLang="en-US" dirty="0"/>
              <a:t>후 </a:t>
            </a:r>
            <a:r>
              <a:rPr lang="en-US" altLang="ko-KR" dirty="0"/>
              <a:t>“</a:t>
            </a:r>
            <a:r>
              <a:rPr lang="en-US" altLang="ko-KR" dirty="0" err="1"/>
              <a:t>SignUpAdd</a:t>
            </a:r>
            <a:r>
              <a:rPr lang="en-US" altLang="ko-KR" dirty="0"/>
              <a:t>” </a:t>
            </a:r>
            <a:r>
              <a:rPr lang="ko-KR" altLang="en-US" dirty="0">
                <a:highlight>
                  <a:srgbClr val="FFFF00"/>
                </a:highlight>
              </a:rPr>
              <a:t>화면 이동</a:t>
            </a:r>
            <a:endParaRPr lang="en-US" altLang="ko-KR" dirty="0">
              <a:highlight>
                <a:srgbClr val="FFFF00"/>
              </a:highlight>
            </a:endParaRPr>
          </a:p>
          <a:p>
            <a:r>
              <a:rPr lang="en-US" altLang="ko-KR" dirty="0"/>
              <a:t>6-2. 1</a:t>
            </a:r>
            <a:r>
              <a:rPr lang="ko-KR" altLang="en-US" dirty="0"/>
              <a:t>인당 </a:t>
            </a:r>
            <a:r>
              <a:rPr lang="en-US" altLang="ko-KR" dirty="0"/>
              <a:t>1</a:t>
            </a:r>
            <a:r>
              <a:rPr lang="ko-KR" altLang="en-US" dirty="0"/>
              <a:t>개 </a:t>
            </a:r>
            <a:r>
              <a:rPr lang="en-US" altLang="ko-KR" dirty="0"/>
              <a:t>NovaCom </a:t>
            </a:r>
            <a:r>
              <a:rPr lang="ko-KR" altLang="en-US" dirty="0"/>
              <a:t>계정만 생성 가능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구글 계정</a:t>
            </a:r>
            <a:r>
              <a:rPr lang="en-US" altLang="ko-KR" dirty="0"/>
              <a:t>/</a:t>
            </a:r>
            <a:r>
              <a:rPr lang="ko-KR" altLang="en-US" dirty="0"/>
              <a:t>네이버 계정</a:t>
            </a:r>
            <a:r>
              <a:rPr lang="en-US" altLang="ko-KR" dirty="0"/>
              <a:t>/</a:t>
            </a:r>
            <a:r>
              <a:rPr lang="ko-KR" altLang="en-US" dirty="0"/>
              <a:t>카카오 계정으로 생성된 계정</a:t>
            </a:r>
            <a:r>
              <a:rPr lang="en-US" altLang="ko-KR" dirty="0"/>
              <a:t>, </a:t>
            </a:r>
            <a:r>
              <a:rPr lang="ko-KR" altLang="en-US" dirty="0"/>
              <a:t>자체 회원가입으로 생성된 계정 중 하나만 선택 가능</a:t>
            </a:r>
            <a:r>
              <a:rPr lang="en-US" altLang="ko-KR" dirty="0"/>
              <a:t>. </a:t>
            </a:r>
            <a:r>
              <a:rPr lang="ko-KR" altLang="en-US" dirty="0"/>
              <a:t>중복 가입 불가</a:t>
            </a:r>
            <a:r>
              <a:rPr lang="en-US" altLang="ko-KR" dirty="0"/>
              <a:t>. ) </a:t>
            </a:r>
            <a:r>
              <a:rPr lang="ko-KR" altLang="en-US" dirty="0"/>
              <a:t>따라서 계정 있는데 다른 </a:t>
            </a:r>
            <a:endParaRPr lang="en-US" altLang="ko-KR" dirty="0"/>
          </a:p>
          <a:p>
            <a:r>
              <a:rPr lang="en-US" altLang="ko-KR" dirty="0"/>
              <a:t>		        </a:t>
            </a:r>
            <a:r>
              <a:rPr lang="ko-KR" altLang="en-US" dirty="0"/>
              <a:t>구글</a:t>
            </a:r>
            <a:r>
              <a:rPr lang="en-US" altLang="ko-KR" dirty="0"/>
              <a:t> </a:t>
            </a:r>
            <a:r>
              <a:rPr lang="ko-KR" altLang="en-US" dirty="0"/>
              <a:t>아이콘</a:t>
            </a:r>
            <a:r>
              <a:rPr lang="en-US" altLang="ko-KR" dirty="0"/>
              <a:t>/</a:t>
            </a:r>
            <a:r>
              <a:rPr lang="ko-KR" altLang="en-US" dirty="0"/>
              <a:t>카카오 아이콘</a:t>
            </a:r>
            <a:r>
              <a:rPr lang="en-US" altLang="ko-KR" dirty="0"/>
              <a:t>/</a:t>
            </a:r>
            <a:r>
              <a:rPr lang="ko-KR" altLang="en-US" dirty="0"/>
              <a:t>네이버 아이콘</a:t>
            </a:r>
            <a:r>
              <a:rPr lang="en-US" altLang="ko-KR" dirty="0"/>
              <a:t>/</a:t>
            </a:r>
            <a:r>
              <a:rPr lang="ko-KR" altLang="en-US" dirty="0"/>
              <a:t>회원가입 버튼 </a:t>
            </a:r>
            <a:endParaRPr lang="en-US" altLang="ko-KR" dirty="0"/>
          </a:p>
          <a:p>
            <a:r>
              <a:rPr lang="en-US" altLang="ko-KR" dirty="0"/>
              <a:t>                              </a:t>
            </a:r>
            <a:r>
              <a:rPr lang="ko-KR" altLang="en-US" dirty="0"/>
              <a:t>누르면 이 </a:t>
            </a:r>
            <a:r>
              <a:rPr lang="ko-KR" altLang="en-US" dirty="0">
                <a:highlight>
                  <a:srgbClr val="FFFF00"/>
                </a:highlight>
              </a:rPr>
              <a:t>팝업 출력</a:t>
            </a:r>
            <a:endParaRPr lang="en-US" altLang="ko-KR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2B9044F-17D6-BA5D-24A3-76358DE6741E}"/>
              </a:ext>
            </a:extLst>
          </p:cNvPr>
          <p:cNvSpPr txBox="1"/>
          <p:nvPr/>
        </p:nvSpPr>
        <p:spPr>
          <a:xfrm>
            <a:off x="203960" y="721955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로그인</a:t>
            </a: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981AD264-F472-0874-60A4-A3E7A3E2465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25959" y="2057973"/>
            <a:ext cx="2270957" cy="1044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46726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3E65F0C2-CF51-91CB-000E-AD0EA03181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387" y="1415142"/>
            <a:ext cx="2743438" cy="457239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FAED8D2-FD86-9F4B-B305-D84801301FB0}"/>
              </a:ext>
            </a:extLst>
          </p:cNvPr>
          <p:cNvSpPr txBox="1"/>
          <p:nvPr/>
        </p:nvSpPr>
        <p:spPr>
          <a:xfrm>
            <a:off x="1450097" y="6054521"/>
            <a:ext cx="938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SignUp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BB4D271-61D3-3283-C8A4-F41A681E58A0}"/>
              </a:ext>
            </a:extLst>
          </p:cNvPr>
          <p:cNvSpPr txBox="1"/>
          <p:nvPr/>
        </p:nvSpPr>
        <p:spPr>
          <a:xfrm>
            <a:off x="203960" y="72195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회원가입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3B5DB9D4-6039-D60D-8DB2-03957F5AFA9E}"/>
              </a:ext>
            </a:extLst>
          </p:cNvPr>
          <p:cNvSpPr/>
          <p:nvPr/>
        </p:nvSpPr>
        <p:spPr>
          <a:xfrm>
            <a:off x="752461" y="5548626"/>
            <a:ext cx="2450592" cy="374904"/>
          </a:xfrm>
          <a:prstGeom prst="round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254676B-5F86-0793-0A44-C090B112A1ED}"/>
              </a:ext>
            </a:extLst>
          </p:cNvPr>
          <p:cNvSpPr txBox="1"/>
          <p:nvPr/>
        </p:nvSpPr>
        <p:spPr>
          <a:xfrm>
            <a:off x="3495899" y="721955"/>
            <a:ext cx="6530955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“</a:t>
            </a:r>
            <a:r>
              <a:rPr lang="ko-KR" altLang="en-US" dirty="0"/>
              <a:t>회원가입</a:t>
            </a:r>
            <a:r>
              <a:rPr lang="en-US" altLang="ko-KR" dirty="0"/>
              <a:t>” </a:t>
            </a:r>
            <a:r>
              <a:rPr lang="ko-KR" altLang="en-US" dirty="0"/>
              <a:t>버튼 클릭 시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 err="1"/>
              <a:t>SignUp.php</a:t>
            </a:r>
            <a:r>
              <a:rPr lang="ko-KR" altLang="en-US" dirty="0"/>
              <a:t>로 </a:t>
            </a:r>
            <a:r>
              <a:rPr lang="en-US" altLang="ko-KR" dirty="0"/>
              <a:t>POST </a:t>
            </a:r>
            <a:r>
              <a:rPr lang="ko-KR" altLang="en-US" dirty="0"/>
              <a:t>요청</a:t>
            </a:r>
            <a:r>
              <a:rPr lang="en-US" altLang="ko-KR" dirty="0"/>
              <a:t>, </a:t>
            </a:r>
          </a:p>
          <a:p>
            <a:endParaRPr lang="en-US" altLang="ko-KR" dirty="0"/>
          </a:p>
          <a:p>
            <a:r>
              <a:rPr lang="en-US" altLang="ko-KR" b="1" dirty="0"/>
              <a:t>(</a:t>
            </a:r>
            <a:r>
              <a:rPr lang="ko-KR" altLang="en-US" b="1" dirty="0"/>
              <a:t>보내는 값</a:t>
            </a:r>
            <a:r>
              <a:rPr lang="en-US" altLang="ko-KR" b="1" dirty="0"/>
              <a:t>) </a:t>
            </a:r>
            <a:r>
              <a:rPr lang="en-US" altLang="ko-KR" dirty="0"/>
              <a:t>-&gt; (</a:t>
            </a:r>
            <a:r>
              <a:rPr lang="ko-KR" altLang="en-US" dirty="0"/>
              <a:t>매개변수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ID -&gt; username (string)</a:t>
            </a:r>
          </a:p>
          <a:p>
            <a:r>
              <a:rPr lang="ko-KR" altLang="en-US" dirty="0"/>
              <a:t>비밀번호 </a:t>
            </a:r>
            <a:r>
              <a:rPr lang="en-US" altLang="ko-KR" dirty="0"/>
              <a:t>-&gt; password (string)</a:t>
            </a:r>
          </a:p>
          <a:p>
            <a:r>
              <a:rPr lang="ko-KR" altLang="en-US" dirty="0"/>
              <a:t>전화번호 </a:t>
            </a:r>
            <a:r>
              <a:rPr lang="en-US" altLang="ko-KR" dirty="0"/>
              <a:t>-&gt; </a:t>
            </a:r>
            <a:r>
              <a:rPr lang="en-US" altLang="ko-KR" dirty="0" err="1"/>
              <a:t>tel</a:t>
            </a:r>
            <a:r>
              <a:rPr lang="en-US" altLang="ko-KR" dirty="0"/>
              <a:t> (string)</a:t>
            </a:r>
          </a:p>
          <a:p>
            <a:r>
              <a:rPr lang="en-US" altLang="ko-KR" dirty="0"/>
              <a:t>(</a:t>
            </a:r>
            <a:r>
              <a:rPr lang="ko-KR" altLang="en-US" dirty="0"/>
              <a:t>기수</a:t>
            </a:r>
            <a:r>
              <a:rPr lang="en-US" altLang="ko-KR" dirty="0"/>
              <a:t> )</a:t>
            </a:r>
            <a:r>
              <a:rPr lang="ko-KR" altLang="en-US" dirty="0"/>
              <a:t>이름 </a:t>
            </a:r>
            <a:r>
              <a:rPr lang="en-US" altLang="ko-KR" dirty="0"/>
              <a:t>-&gt; </a:t>
            </a:r>
            <a:r>
              <a:rPr lang="en-US" altLang="ko-KR" dirty="0" err="1"/>
              <a:t>membername</a:t>
            </a:r>
            <a:r>
              <a:rPr lang="en-US" altLang="ko-KR" dirty="0"/>
              <a:t> (string)</a:t>
            </a:r>
          </a:p>
          <a:p>
            <a:r>
              <a:rPr lang="ko-KR" altLang="en-US" dirty="0"/>
              <a:t>계정 유형 </a:t>
            </a:r>
            <a:r>
              <a:rPr lang="en-US" altLang="ko-KR" dirty="0"/>
              <a:t>-&gt; type (string)</a:t>
            </a:r>
          </a:p>
          <a:p>
            <a:endParaRPr lang="en-US" altLang="ko-KR" dirty="0"/>
          </a:p>
          <a:p>
            <a:r>
              <a:rPr lang="en-US" altLang="ko-KR" dirty="0"/>
              <a:t>*type = </a:t>
            </a:r>
            <a:r>
              <a:rPr lang="en-US" altLang="ko-KR" dirty="0" err="1"/>
              <a:t>novaCom</a:t>
            </a:r>
            <a:r>
              <a:rPr lang="en-US" altLang="ko-KR" dirty="0"/>
              <a:t>, google, </a:t>
            </a:r>
            <a:r>
              <a:rPr lang="en-US" altLang="ko-KR" dirty="0" err="1"/>
              <a:t>naver</a:t>
            </a:r>
            <a:r>
              <a:rPr lang="en-US" altLang="ko-KR" dirty="0"/>
              <a:t>, </a:t>
            </a:r>
            <a:r>
              <a:rPr lang="en-US" altLang="ko-KR" dirty="0" err="1"/>
              <a:t>kakao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 err="1"/>
              <a:t>를</a:t>
            </a:r>
            <a:r>
              <a:rPr lang="ko-KR" altLang="en-US" dirty="0"/>
              <a:t> 멤버변수로 가지는 </a:t>
            </a:r>
            <a:r>
              <a:rPr lang="en-US" altLang="ko-KR" dirty="0" err="1"/>
              <a:t>SignUpData</a:t>
            </a:r>
            <a:r>
              <a:rPr lang="en-US" altLang="ko-KR" dirty="0"/>
              <a:t> </a:t>
            </a:r>
            <a:r>
              <a:rPr lang="ko-KR" altLang="en-US" dirty="0"/>
              <a:t>클래스의 인스턴스를 전송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b="1" dirty="0"/>
              <a:t>(</a:t>
            </a:r>
            <a:r>
              <a:rPr lang="ko-KR" altLang="en-US" b="1" dirty="0"/>
              <a:t>받는 값</a:t>
            </a:r>
            <a:r>
              <a:rPr lang="en-US" altLang="ko-KR" b="1" dirty="0"/>
              <a:t>) </a:t>
            </a:r>
            <a:r>
              <a:rPr lang="en-US" altLang="ko-KR" dirty="0"/>
              <a:t>-&gt; (</a:t>
            </a:r>
            <a:r>
              <a:rPr lang="ko-KR" altLang="en-US" dirty="0"/>
              <a:t>매개변수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서버 회원가입 처리 성공 여부 </a:t>
            </a:r>
            <a:r>
              <a:rPr lang="en-US" altLang="ko-KR" dirty="0"/>
              <a:t>-&gt; success(bool)</a:t>
            </a:r>
          </a:p>
          <a:p>
            <a:r>
              <a:rPr lang="ko-KR" altLang="en-US" dirty="0"/>
              <a:t>실패 시 오류 메시지 </a:t>
            </a:r>
            <a:r>
              <a:rPr lang="en-US" altLang="ko-KR" dirty="0"/>
              <a:t>-&gt; message(string)</a:t>
            </a:r>
          </a:p>
          <a:p>
            <a:r>
              <a:rPr lang="ko-KR" altLang="en-US" dirty="0" err="1"/>
              <a:t>를</a:t>
            </a:r>
            <a:r>
              <a:rPr lang="ko-KR" altLang="en-US" dirty="0"/>
              <a:t> 값으로 가지는 </a:t>
            </a:r>
            <a:r>
              <a:rPr lang="en-US" altLang="ko-KR" dirty="0" err="1"/>
              <a:t>jsonObject</a:t>
            </a:r>
            <a:r>
              <a:rPr lang="en-US" altLang="ko-KR" dirty="0"/>
              <a:t> </a:t>
            </a:r>
            <a:r>
              <a:rPr lang="ko-KR" altLang="en-US" dirty="0"/>
              <a:t>형태로 응답 받음</a:t>
            </a:r>
            <a:r>
              <a:rPr lang="en-US" altLang="ko-KR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435248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6EB4CB-7FBA-C56B-18F1-F345C888B4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4581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ko-KR" altLang="en-US" dirty="0"/>
              <a:t>이번 주 구현 내용에 대한 요약 및 </a:t>
            </a:r>
            <a:br>
              <a:rPr lang="en-US" altLang="ko-KR" dirty="0"/>
            </a:br>
            <a:r>
              <a:rPr lang="ko-KR" altLang="en-US" dirty="0"/>
              <a:t>안드로이드 스튜디오 에뮬레이터로 시현</a:t>
            </a:r>
            <a:br>
              <a:rPr lang="en-US" altLang="ko-KR" dirty="0"/>
            </a:b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D892E50-4503-A495-8068-EA021B33AF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63369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- </a:t>
            </a:r>
            <a:r>
              <a:rPr lang="ko-KR" altLang="en-US" dirty="0"/>
              <a:t>구글</a:t>
            </a:r>
            <a:r>
              <a:rPr lang="en-US" altLang="ko-KR" dirty="0"/>
              <a:t>, </a:t>
            </a:r>
            <a:r>
              <a:rPr lang="ko-KR" altLang="en-US" dirty="0"/>
              <a:t>네이버</a:t>
            </a:r>
            <a:r>
              <a:rPr lang="en-US" altLang="ko-KR" dirty="0"/>
              <a:t>, </a:t>
            </a:r>
            <a:r>
              <a:rPr lang="ko-KR" altLang="en-US" dirty="0"/>
              <a:t>카카오 등 다른 서비스가 아닌 자체 계정으로 회원가입</a:t>
            </a:r>
            <a:r>
              <a:rPr lang="en-US" altLang="ko-KR" dirty="0"/>
              <a:t>, </a:t>
            </a:r>
            <a:r>
              <a:rPr lang="ko-KR" altLang="en-US" dirty="0"/>
              <a:t>로그인</a:t>
            </a:r>
            <a:r>
              <a:rPr lang="en-US" altLang="ko-KR" dirty="0"/>
              <a:t>, </a:t>
            </a:r>
            <a:r>
              <a:rPr lang="ko-KR" altLang="en-US" dirty="0"/>
              <a:t>회원정보 수정</a:t>
            </a:r>
            <a:r>
              <a:rPr lang="en-US" altLang="ko-KR" dirty="0"/>
              <a:t>, </a:t>
            </a:r>
            <a:r>
              <a:rPr lang="ko-KR" altLang="en-US" dirty="0"/>
              <a:t>로그아웃</a:t>
            </a:r>
            <a:r>
              <a:rPr lang="en-US" altLang="ko-KR" dirty="0"/>
              <a:t>, </a:t>
            </a:r>
            <a:r>
              <a:rPr lang="ko-KR" altLang="en-US" dirty="0"/>
              <a:t>회원탈퇴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	- </a:t>
            </a:r>
            <a:r>
              <a:rPr lang="ko-KR" altLang="en-US" dirty="0"/>
              <a:t>게시글 생성</a:t>
            </a:r>
            <a:r>
              <a:rPr lang="en-US" altLang="ko-KR" dirty="0"/>
              <a:t>, (</a:t>
            </a:r>
            <a:r>
              <a:rPr lang="ko-KR" altLang="en-US" dirty="0"/>
              <a:t>프로필 화면 내</a:t>
            </a:r>
            <a:r>
              <a:rPr lang="en-US" altLang="ko-KR" dirty="0"/>
              <a:t>)</a:t>
            </a:r>
            <a:r>
              <a:rPr lang="ko-KR" altLang="en-US" dirty="0"/>
              <a:t>조회</a:t>
            </a:r>
            <a:r>
              <a:rPr lang="en-US" altLang="ko-KR" dirty="0"/>
              <a:t>, </a:t>
            </a:r>
            <a:r>
              <a:rPr lang="ko-KR" altLang="en-US" dirty="0"/>
              <a:t>수정</a:t>
            </a:r>
            <a:r>
              <a:rPr lang="en-US" altLang="ko-KR" dirty="0"/>
              <a:t>, </a:t>
            </a:r>
            <a:r>
              <a:rPr lang="ko-KR" altLang="en-US" dirty="0"/>
              <a:t>삭제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6434163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</TotalTime>
  <Words>419</Words>
  <Application>Microsoft Office PowerPoint</Application>
  <PresentationFormat>와이드스크린</PresentationFormat>
  <Paragraphs>58</Paragraphs>
  <Slides>6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맑은 고딕</vt:lpstr>
      <vt:lpstr>Arial</vt:lpstr>
      <vt:lpstr>Office 테마</vt:lpstr>
      <vt:lpstr>첫 개인 프로젝트 6주차 발표</vt:lpstr>
      <vt:lpstr>목차</vt:lpstr>
      <vt:lpstr>1. 기획서 추가 사항</vt:lpstr>
      <vt:lpstr>PowerPoint 프레젠테이션</vt:lpstr>
      <vt:lpstr>PowerPoint 프레젠테이션</vt:lpstr>
      <vt:lpstr>이번 주 구현 내용에 대한 요약 및  안드로이드 스튜디오 에뮬레이터로 시현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첫 개인 프로젝트 6주차 발표</dc:title>
  <dc:creator>현진 김</dc:creator>
  <cp:lastModifiedBy>현진 김</cp:lastModifiedBy>
  <cp:revision>1</cp:revision>
  <dcterms:created xsi:type="dcterms:W3CDTF">2024-04-18T10:10:06Z</dcterms:created>
  <dcterms:modified xsi:type="dcterms:W3CDTF">2024-04-18T12:35:32Z</dcterms:modified>
</cp:coreProperties>
</file>