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C8C2C271-9257-4A01-BCD6-A0DD5CB173B6}"/>
    <pc:docChg chg="custSel modSld">
      <pc:chgData name="현진 김" userId="75745d21e3536c0a" providerId="LiveId" clId="{C8C2C271-9257-4A01-BCD6-A0DD5CB173B6}" dt="2024-05-03T09:43:41.451" v="717" actId="20577"/>
      <pc:docMkLst>
        <pc:docMk/>
      </pc:docMkLst>
      <pc:sldChg chg="modSp mod">
        <pc:chgData name="현진 김" userId="75745d21e3536c0a" providerId="LiveId" clId="{C8C2C271-9257-4A01-BCD6-A0DD5CB173B6}" dt="2024-05-03T09:43:41.451" v="717" actId="20577"/>
        <pc:sldMkLst>
          <pc:docMk/>
          <pc:sldMk cId="418918181" sldId="257"/>
        </pc:sldMkLst>
        <pc:spChg chg="mod">
          <ac:chgData name="현진 김" userId="75745d21e3536c0a" providerId="LiveId" clId="{C8C2C271-9257-4A01-BCD6-A0DD5CB173B6}" dt="2024-05-03T09:43:41.451" v="717" actId="20577"/>
          <ac:spMkLst>
            <pc:docMk/>
            <pc:sldMk cId="418918181" sldId="257"/>
            <ac:spMk id="4" creationId="{CBA0DB81-BB0B-A9CF-D1D2-0D156650A231}"/>
          </ac:spMkLst>
        </pc:spChg>
        <pc:picChg chg="mod">
          <ac:chgData name="현진 김" userId="75745d21e3536c0a" providerId="LiveId" clId="{C8C2C271-9257-4A01-BCD6-A0DD5CB173B6}" dt="2024-05-03T09:40:03.132" v="14" actId="1076"/>
          <ac:picMkLst>
            <pc:docMk/>
            <pc:sldMk cId="418918181" sldId="257"/>
            <ac:picMk id="6" creationId="{BA22C2AB-A46C-5AE3-996A-F68F76D2B3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7E7B4-63FA-EC40-1D09-F614175C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72B954-D38F-9821-516A-E2FC49652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9B8CE-861F-2791-68B2-0EB137C3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164D4-A8F6-333F-9C20-76E2ABDF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539BF-588A-1FAA-F997-E66C2068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86F48-F0D6-5807-A477-5D6811F4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A9E86-9419-D923-9254-31BCB3555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ADAA3-36F9-1AD9-FAF1-FEC25F02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F434E-F5CF-C488-308C-2ED3656B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4F178-5897-FE80-BDC6-AA77C9B7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1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1B56E-90BC-9531-A55C-F22E4429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874A59-DB43-C17F-8242-C99D8C51E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8587E-0DE2-CA07-0F3C-B6545143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EAFA7-ADDE-0B31-B866-9AFAF23E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99BBC-264A-C4B4-3F32-F65ABC32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2AD1-2603-1580-E958-F757060A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62F3F9-2D52-0056-087E-8481655FE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690F9C-7C67-52F0-03F2-E0B53788C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DC7316-F3EE-E82D-0E15-798001AB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FD15F6-206E-DBE5-007B-3F1217FE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B5BF65-7C3C-E95C-F4E5-BCE6F727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08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2169C-4A47-539C-5D3B-47033D63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C49794-1954-9BC0-DA61-4F55FEEA2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825A0-A9EE-C4AA-C887-342755422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FBA68C-E97E-6C62-4C5C-A5A257771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7B0011-8000-6707-0B7F-0AF021185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592FAF-0B22-C7A8-F701-21DC62D0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95A54A-D91A-47BB-6813-5B1862E9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1E56F7-68FC-9C3C-F5DA-EAA069C4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6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EF9DF-EAFF-A694-4965-25054866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D421DB-9073-9F28-F8CE-0BAEF977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71A4CE-ACCE-434B-9EF8-7CD9F9BD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A2E03D-03F1-3BD3-C107-3178963F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4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2227A3-1455-2D40-7DE4-F5986386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0D9683-8097-4D35-806C-80756466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D25D64-3760-9D22-1F3D-2CEACAFD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04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2BF42-E221-ECF8-3FCC-2D4F33C0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9915FE-914B-F09C-EC84-27DB001F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44C286-BD74-B78E-899E-D1DBEA382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B171DE-82EE-47B8-75CA-DBD720B1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FA31BE-4B54-6A32-7AFF-BA2C943B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28FAA-1451-F66A-8A17-3602C9B4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01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2058F-1561-4218-1888-A3C464D5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B4D226-B914-B648-B645-BEBF0D70C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6992A-C11C-711A-BF8A-E4EE5953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35CD7-9FAE-C7ED-AF1B-74F2D1A7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0A0E0B-475A-3465-0948-A329F8A3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1D2BD-6073-6952-8DD4-DBABEC1D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9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596E9-0C08-66CD-547C-2355DE91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28E4BA-80DF-0806-3D4D-B51E9394E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1D1EF-5727-2435-F9DA-8EF126F4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27D57-D8B7-BB96-853D-F9A5B1E4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62F53-91F9-A3CB-422C-FB51C2E0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2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D48FEE-576E-ACC6-55CF-ED57D8CEE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61C474-378E-234D-A0C9-35FA8D0A6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E2ABC-5631-BF03-4314-FFB48558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79CA4B-765B-C129-9FE6-76E4AB2CD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839C8-09C4-157D-FDCD-467B4B1B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84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DE1ED4-C8A7-24DA-EF9A-D9B35FC9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322A6D-AACF-D7D0-56B6-BE290D18E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86BAC-2FD0-46A7-871D-318E831AD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D95D1-93B8-4606-A6D3-6AAD16FD32F6}" type="datetimeFigureOut">
              <a:rPr lang="ko-KR" altLang="en-US" smtClean="0"/>
              <a:t>2024-05-03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D4BDC-33E9-0A09-BD25-DEDEB4B20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EB61A-1A72-E70C-D34B-F00996F2E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9F182-0B6D-4B7F-AEA2-BF1E94B75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87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5A95AC58-1162-4DBB-B53B-1A1CA6808E56}"/>
              </a:ext>
            </a:extLst>
          </p:cNvPr>
          <p:cNvSpPr/>
          <p:nvPr/>
        </p:nvSpPr>
        <p:spPr>
          <a:xfrm>
            <a:off x="403670" y="1285874"/>
            <a:ext cx="2094357" cy="1209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ChatClient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5C075C-A663-A8D7-0B62-5B31EA924AE2}"/>
              </a:ext>
            </a:extLst>
          </p:cNvPr>
          <p:cNvSpPr/>
          <p:nvPr/>
        </p:nvSpPr>
        <p:spPr>
          <a:xfrm>
            <a:off x="9693973" y="1285873"/>
            <a:ext cx="2094357" cy="12096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ChatServer</a:t>
            </a:r>
            <a:endParaRPr lang="ko-KR" altLang="en-US" dirty="0"/>
          </a:p>
        </p:txBody>
      </p:sp>
      <p:sp>
        <p:nvSpPr>
          <p:cNvPr id="7" name="순서도: 수동 연산 6">
            <a:extLst>
              <a:ext uri="{FF2B5EF4-FFF2-40B4-BE49-F238E27FC236}">
                <a16:creationId xmlns:a16="http://schemas.microsoft.com/office/drawing/2014/main" id="{C31FF9BC-12DE-6B78-B8F8-AA047616A341}"/>
              </a:ext>
            </a:extLst>
          </p:cNvPr>
          <p:cNvSpPr/>
          <p:nvPr/>
        </p:nvSpPr>
        <p:spPr>
          <a:xfrm rot="5400000">
            <a:off x="2083783" y="1584386"/>
            <a:ext cx="1776034" cy="612648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socket</a:t>
            </a:r>
            <a:endParaRPr lang="ko-KR" altLang="en-US" dirty="0"/>
          </a:p>
        </p:txBody>
      </p:sp>
      <p:sp>
        <p:nvSpPr>
          <p:cNvPr id="8" name="순서도: 수동 연산 7">
            <a:extLst>
              <a:ext uri="{FF2B5EF4-FFF2-40B4-BE49-F238E27FC236}">
                <a16:creationId xmlns:a16="http://schemas.microsoft.com/office/drawing/2014/main" id="{206623B6-E85A-F9B5-E290-1AA741C0D85C}"/>
              </a:ext>
            </a:extLst>
          </p:cNvPr>
          <p:cNvSpPr/>
          <p:nvPr/>
        </p:nvSpPr>
        <p:spPr>
          <a:xfrm rot="5400000" flipV="1">
            <a:off x="8332183" y="1584386"/>
            <a:ext cx="1776034" cy="612648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socket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7218234-C558-B4E1-BD4B-DB796A2E6F24}"/>
              </a:ext>
            </a:extLst>
          </p:cNvPr>
          <p:cNvSpPr/>
          <p:nvPr/>
        </p:nvSpPr>
        <p:spPr>
          <a:xfrm>
            <a:off x="5291328" y="3429000"/>
            <a:ext cx="1609344" cy="84124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채팅방</a:t>
            </a:r>
            <a:endParaRPr lang="en-US" altLang="ko-KR" dirty="0"/>
          </a:p>
          <a:p>
            <a:pPr algn="ctr"/>
            <a:r>
              <a:rPr lang="ko-KR" altLang="en-US" dirty="0"/>
              <a:t>참여  유저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4C60AD5-B4C2-D76B-BE07-E49AB106F3BC}"/>
              </a:ext>
            </a:extLst>
          </p:cNvPr>
          <p:cNvSpPr/>
          <p:nvPr/>
        </p:nvSpPr>
        <p:spPr>
          <a:xfrm>
            <a:off x="5291328" y="4477512"/>
            <a:ext cx="1609344" cy="84124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채팅방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F4215A-03CE-C919-EE34-D3832EADD4CA}"/>
              </a:ext>
            </a:extLst>
          </p:cNvPr>
          <p:cNvSpPr/>
          <p:nvPr/>
        </p:nvSpPr>
        <p:spPr>
          <a:xfrm>
            <a:off x="5291328" y="5526024"/>
            <a:ext cx="1609344" cy="84124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메시지</a:t>
            </a:r>
          </a:p>
        </p:txBody>
      </p:sp>
    </p:spTree>
    <p:extLst>
      <p:ext uri="{BB962C8B-B14F-4D97-AF65-F5344CB8AC3E}">
        <p14:creationId xmlns:p14="http://schemas.microsoft.com/office/powerpoint/2010/main" val="361573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A0DB81-BB0B-A9CF-D1D2-0D156650A231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 err="1"/>
              <a:t>채팅방</a:t>
            </a:r>
            <a:r>
              <a:rPr lang="ko-KR" altLang="en-US" dirty="0"/>
              <a:t> 새로 생성 </a:t>
            </a:r>
            <a:r>
              <a:rPr lang="en-US" altLang="ko-KR" dirty="0"/>
              <a:t>– 1:1 dm</a:t>
            </a:r>
            <a:r>
              <a:rPr lang="ko-KR" altLang="en-US" dirty="0"/>
              <a:t>하기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1.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의 프로필 화면에 들어가서 </a:t>
            </a:r>
            <a:r>
              <a:rPr lang="en-US" altLang="ko-KR" dirty="0"/>
              <a:t>“</a:t>
            </a:r>
            <a:r>
              <a:rPr lang="ko-KR" altLang="en-US" dirty="0"/>
              <a:t>디엠 보내기</a:t>
            </a:r>
            <a:r>
              <a:rPr lang="en-US" altLang="ko-KR" dirty="0"/>
              <a:t>” </a:t>
            </a:r>
            <a:r>
              <a:rPr lang="ko-KR" altLang="en-US" dirty="0"/>
              <a:t>버튼을 누른다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상대방 프로필</a:t>
            </a:r>
            <a:r>
              <a:rPr lang="en-US" altLang="ko-KR" dirty="0"/>
              <a:t>, </a:t>
            </a:r>
            <a:r>
              <a:rPr lang="ko-KR" altLang="en-US" dirty="0"/>
              <a:t>현재 날짜</a:t>
            </a:r>
            <a:r>
              <a:rPr lang="en-US" altLang="ko-KR" dirty="0"/>
              <a:t>(</a:t>
            </a:r>
            <a:r>
              <a:rPr lang="en-US" altLang="ko-KR" dirty="0" err="1"/>
              <a:t>yyyy</a:t>
            </a:r>
            <a:r>
              <a:rPr lang="ko-KR" altLang="en-US" dirty="0"/>
              <a:t>년 </a:t>
            </a:r>
            <a:r>
              <a:rPr lang="en-US" altLang="ko-KR" dirty="0"/>
              <a:t>MM</a:t>
            </a:r>
            <a:r>
              <a:rPr lang="ko-KR" altLang="en-US" dirty="0"/>
              <a:t>월 </a:t>
            </a:r>
            <a:r>
              <a:rPr lang="en-US" altLang="ko-KR" dirty="0"/>
              <a:t>dd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lang="ko-KR" altLang="en-US" dirty="0"/>
              <a:t>출력된 화면으로 이동</a:t>
            </a:r>
            <a:endParaRPr lang="en-US" altLang="ko-KR" dirty="0"/>
          </a:p>
          <a:p>
            <a:r>
              <a:rPr lang="en-US" altLang="ko-KR" dirty="0"/>
              <a:t>3. “</a:t>
            </a:r>
            <a:r>
              <a:rPr lang="ko-KR" altLang="en-US" dirty="0"/>
              <a:t>메시지를 새로 보내면</a:t>
            </a:r>
            <a:r>
              <a:rPr lang="en-US" altLang="ko-KR" dirty="0"/>
              <a:t>/</a:t>
            </a:r>
            <a:r>
              <a:rPr lang="ko-KR" altLang="en-US" dirty="0"/>
              <a:t>받으면</a:t>
            </a:r>
            <a:r>
              <a:rPr lang="en-US" altLang="ko-KR" dirty="0"/>
              <a:t>” </a:t>
            </a:r>
            <a:r>
              <a:rPr lang="ko-KR" altLang="en-US" dirty="0" err="1"/>
              <a:t>채팅방</a:t>
            </a:r>
            <a:r>
              <a:rPr lang="ko-KR" altLang="en-US" dirty="0"/>
              <a:t> 생성</a:t>
            </a:r>
            <a:r>
              <a:rPr lang="en-US" altLang="ko-KR" dirty="0"/>
              <a:t>,  </a:t>
            </a:r>
            <a:r>
              <a:rPr lang="ko-KR" altLang="en-US" dirty="0"/>
              <a:t>메시지 저장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기본 화면 출력 </a:t>
            </a:r>
            <a:r>
              <a:rPr lang="en-US" altLang="ko-KR" dirty="0"/>
              <a:t>+ </a:t>
            </a:r>
            <a:r>
              <a:rPr lang="ko-KR" altLang="en-US" dirty="0" err="1"/>
              <a:t>채팅방</a:t>
            </a:r>
            <a:r>
              <a:rPr lang="ko-KR" altLang="en-US" dirty="0"/>
              <a:t> 있으면 지난 데이터 가져와서 화면에 뿌리기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“</a:t>
            </a:r>
            <a:r>
              <a:rPr lang="ko-KR" altLang="en-US" dirty="0"/>
              <a:t>전송하기</a:t>
            </a:r>
            <a:r>
              <a:rPr lang="en-US" altLang="ko-KR" dirty="0"/>
              <a:t>” </a:t>
            </a:r>
            <a:r>
              <a:rPr lang="ko-KR" altLang="en-US" dirty="0"/>
              <a:t>버튼 클릭</a:t>
            </a:r>
            <a:r>
              <a:rPr lang="en-US" altLang="ko-KR" dirty="0"/>
              <a:t>(= java</a:t>
            </a:r>
            <a:r>
              <a:rPr lang="ko-KR" altLang="en-US" dirty="0"/>
              <a:t> 코드 상 </a:t>
            </a:r>
            <a:r>
              <a:rPr lang="en-US" altLang="ko-KR" dirty="0"/>
              <a:t>enter)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en-US" altLang="ko-KR" dirty="0" err="1"/>
              <a:t>socket.write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22C2AB-A46C-5AE3-996A-F68F76D2B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0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D2C020-CDF9-C6D9-A55F-47F256469E2D}"/>
              </a:ext>
            </a:extLst>
          </p:cNvPr>
          <p:cNvSpPr txBox="1"/>
          <p:nvPr/>
        </p:nvSpPr>
        <p:spPr>
          <a:xfrm>
            <a:off x="0" y="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메시지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Id</a:t>
            </a:r>
          </a:p>
          <a:p>
            <a:r>
              <a:rPr lang="en-US" altLang="ko-KR" dirty="0" err="1"/>
              <a:t>userId</a:t>
            </a:r>
            <a:endParaRPr lang="en-US" altLang="ko-KR" dirty="0"/>
          </a:p>
          <a:p>
            <a:r>
              <a:rPr lang="en-US" altLang="ko-KR" dirty="0" err="1"/>
              <a:t>Inbox_id</a:t>
            </a:r>
            <a:endParaRPr lang="en-US" altLang="ko-KR" dirty="0"/>
          </a:p>
          <a:p>
            <a:r>
              <a:rPr lang="en-US" altLang="ko-KR" dirty="0"/>
              <a:t>Chat</a:t>
            </a:r>
          </a:p>
          <a:p>
            <a:r>
              <a:rPr lang="en-US" altLang="ko-KR" dirty="0" err="1">
                <a:solidFill>
                  <a:schemeClr val="bg1">
                    <a:lumMod val="95000"/>
                  </a:schemeClr>
                </a:solidFill>
              </a:rPr>
              <a:t>chatType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dirty="0" err="1">
                <a:solidFill>
                  <a:schemeClr val="bg1">
                    <a:lumMod val="95000"/>
                  </a:schemeClr>
                </a:solidFill>
              </a:rPr>
              <a:t>readCount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dirty="0" err="1"/>
              <a:t>Created_at</a:t>
            </a:r>
            <a:endParaRPr lang="en-US" altLang="ko-KR" dirty="0"/>
          </a:p>
          <a:p>
            <a:r>
              <a:rPr lang="en-US" altLang="ko-KR" dirty="0" err="1">
                <a:solidFill>
                  <a:schemeClr val="bg1">
                    <a:lumMod val="95000"/>
                  </a:schemeClr>
                </a:solidFill>
              </a:rPr>
              <a:t>Deleted_at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60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109</Words>
  <Application>Microsoft Office PowerPoint</Application>
  <PresentationFormat>와이드스크린</PresentationFormat>
  <Paragraphs>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현진 김</dc:creator>
  <cp:lastModifiedBy>현진 김</cp:lastModifiedBy>
  <cp:revision>1</cp:revision>
  <dcterms:created xsi:type="dcterms:W3CDTF">2024-05-03T07:18:42Z</dcterms:created>
  <dcterms:modified xsi:type="dcterms:W3CDTF">2024-05-03T12:21:12Z</dcterms:modified>
</cp:coreProperties>
</file>