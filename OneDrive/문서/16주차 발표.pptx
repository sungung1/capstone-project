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F749E-D740-1EEC-73AB-429E4B64D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90077D-F639-4967-2E1C-11CF46776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6002C1-3FC3-D9E7-6CF7-30E35871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63D767-1105-9327-5ED6-10C3EAA0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6FC1EB-730E-5705-5683-AA9D2899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06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E455D-FC5E-A7DF-E4AF-1714ED00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21A37F-5553-AE7A-A4E8-E64BD76B4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DDF996-1D0C-3482-5470-6EE6EBF9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AB6448-DF4F-4C75-AE13-2059DF36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115D3F-2201-545C-D164-E199F349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51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2FD64-68C2-8A93-3CAA-101F1ED5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D1BD69-4128-1539-9609-D8969F59C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D9DA-82C8-9B50-1B07-8E2A2C2F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9BD4AD-C599-97ED-DB0E-7943EC7B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F2B891-D54A-40B1-3FC2-A003542F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78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32C30-1CC2-C19B-E921-19A731EB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6BE170-F69E-9131-E3D9-421298BAE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4E2353-E006-E00C-6E39-DA678CBFA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DE3CE7-4DBD-1A6D-010D-D100957C5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976B76-6354-3826-2EEB-0274EBA82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16D8F8-FB1F-F9A8-41AD-8A888FD9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09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B6D16-86DB-2B0E-C6E2-B536D7EAD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BF502E-210F-38F7-81F2-FE7E10173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3005EF-FE54-C5A5-71B9-222D44ED0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99F4FB-00E5-17A5-734B-32F2CB640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26C4EC-E0DB-E67A-511F-AC219E97E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A9D7BA0-CCCD-829F-FA71-1A5BB201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AB6958-ECE0-F277-A52B-A659FBA0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EFE853-C560-1C5B-B82F-BC556E658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91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E4B0C-707F-3315-278E-1C0FDDFA6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7CCB9F-C1E9-3853-7F8D-027634DB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5BF9D1-5D66-A3E6-C123-8CB9E62A3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658A2E-24ED-A6F8-E45A-4E6AF1DE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79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3DCBA5-CC40-F924-8248-36ECD211F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B7BB81-9858-AF6C-5AE0-8AF30AC6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4887E6-D52A-0F53-EFED-606AF0DD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673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FBD10-1366-4CE5-608B-569D18C2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2601A-3314-2B8E-8BDF-584B2A732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C3284C-47D1-A90D-A446-320E895A6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0BAF6E-7136-82FD-E7F3-3A2A87AB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F0389-3101-7BA9-9299-19B01B0D8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F6AFBF-B3DC-3F85-5F87-9238A06F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291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1157C-6A8E-FB3D-8B84-DCEBA563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7C096F-8FAD-27F1-0378-519A8C51A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AA6B1E-AA6E-18B3-C015-3862E1FFE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B1AADF-88D6-6876-8BE0-A3022262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193ABE-B156-14CF-EA20-CBF0F17B8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433C6F-B807-57B6-EFD0-A5ADE326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61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6DB58-6203-7E75-9E8E-EDE9BA94F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3D70E6-1252-8021-6BBE-61DE9EC96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C4A823-6128-E8F2-4882-F7E3C156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BF2ACA-582D-88BF-A41E-25A5D129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8A521E-F66A-EB06-7034-04516856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36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54C25C-ACAD-3BF1-147E-4475E13A5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867F06-2652-4785-2D5D-EFD805A1E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4E917-A8B6-E787-9086-862BA0A9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0C4121-328D-9EE5-1D07-798C5E91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374417-D0B3-D1D4-EA9A-4AD536BD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34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99B52-78EA-CAA7-0D3F-39FDA975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07EB57-A8F9-24CA-154A-38202FE41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DF9A9-9176-AF29-ED77-2F5F69559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B407B-CE07-49D2-A08F-29C9635EC720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29DBE6-F5D4-90E1-4F38-263C6D062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899CE3-DB1B-C65E-2CD7-9281737A1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07719-9ECA-41AF-905C-BEDFBB755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94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D3D82-C342-19A2-D8A5-6B7F78B8E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16</a:t>
            </a:r>
            <a:r>
              <a:rPr lang="ko-KR" altLang="en-US" dirty="0"/>
              <a:t>주차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AFB71F-E3BF-C595-7131-0B248E8AB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/>
              <a:t>기 김현진</a:t>
            </a:r>
          </a:p>
        </p:txBody>
      </p:sp>
    </p:spTree>
    <p:extLst>
      <p:ext uri="{BB962C8B-B14F-4D97-AF65-F5344CB8AC3E}">
        <p14:creationId xmlns:p14="http://schemas.microsoft.com/office/powerpoint/2010/main" val="101864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B7F15-81A7-DB72-6376-98CCEB09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주 한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068338-940F-A4C5-1F27-D6EE884D3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5848" cy="4351338"/>
          </a:xfrm>
        </p:spPr>
        <p:txBody>
          <a:bodyPr/>
          <a:lstStyle/>
          <a:p>
            <a:r>
              <a:rPr lang="en-US" altLang="ko-KR" dirty="0"/>
              <a:t>WebRTC</a:t>
            </a:r>
            <a:r>
              <a:rPr lang="ko-KR" altLang="en-US" dirty="0"/>
              <a:t>를 이용한 세 명의 사용자 연결</a:t>
            </a:r>
            <a:endParaRPr lang="en-US" altLang="ko-KR" dirty="0"/>
          </a:p>
          <a:p>
            <a:r>
              <a:rPr lang="ko-KR" altLang="en-US" dirty="0"/>
              <a:t>공부한 시간 기록을 그래프로 나타내기 </a:t>
            </a:r>
            <a:r>
              <a:rPr lang="en-US" altLang="ko-KR" dirty="0"/>
              <a:t>– </a:t>
            </a:r>
            <a:r>
              <a:rPr lang="ko-KR" altLang="en-US" dirty="0"/>
              <a:t>주 단위</a:t>
            </a:r>
            <a:r>
              <a:rPr lang="en-US" altLang="ko-KR" dirty="0"/>
              <a:t>, </a:t>
            </a:r>
            <a:r>
              <a:rPr lang="ko-KR" altLang="en-US" dirty="0"/>
              <a:t>월 단위</a:t>
            </a:r>
            <a:endParaRPr lang="en-US" altLang="ko-KR" dirty="0"/>
          </a:p>
          <a:p>
            <a:r>
              <a:rPr lang="ko-KR" altLang="en-US" dirty="0"/>
              <a:t>기기 화면에 표시된 그래프 및 총 공부시간을 사진으로 저장하기</a:t>
            </a:r>
          </a:p>
        </p:txBody>
      </p:sp>
    </p:spTree>
    <p:extLst>
      <p:ext uri="{BB962C8B-B14F-4D97-AF65-F5344CB8AC3E}">
        <p14:creationId xmlns:p14="http://schemas.microsoft.com/office/powerpoint/2010/main" val="3638633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16주차 발표</vt:lpstr>
      <vt:lpstr>이번 주 한 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2024-07-18T10:41:15Z</dcterms:created>
  <dcterms:modified xsi:type="dcterms:W3CDTF">2024-07-18T10:44:15Z</dcterms:modified>
</cp:coreProperties>
</file>