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04E8C-2181-4556-A234-5DFBD0C778B8}" v="4" dt="2024-10-22T16:37:12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6BF04E8C-2181-4556-A234-5DFBD0C778B8}"/>
    <pc:docChg chg="modSld">
      <pc:chgData name="현진 김" userId="75745d21e3536c0a" providerId="LiveId" clId="{6BF04E8C-2181-4556-A234-5DFBD0C778B8}" dt="2024-10-22T16:43:47.712" v="36" actId="14100"/>
      <pc:docMkLst>
        <pc:docMk/>
      </pc:docMkLst>
      <pc:sldChg chg="addSp delSp modSp mod">
        <pc:chgData name="현진 김" userId="75745d21e3536c0a" providerId="LiveId" clId="{6BF04E8C-2181-4556-A234-5DFBD0C778B8}" dt="2024-10-22T16:43:47.712" v="36" actId="14100"/>
        <pc:sldMkLst>
          <pc:docMk/>
          <pc:sldMk cId="1507492525" sldId="261"/>
        </pc:sldMkLst>
        <pc:spChg chg="add del mod">
          <ac:chgData name="현진 김" userId="75745d21e3536c0a" providerId="LiveId" clId="{6BF04E8C-2181-4556-A234-5DFBD0C778B8}" dt="2024-10-22T16:21:36.404" v="8"/>
          <ac:spMkLst>
            <pc:docMk/>
            <pc:sldMk cId="1507492525" sldId="261"/>
            <ac:spMk id="13" creationId="{823B3228-AF7A-E462-8F31-C81C77BAAE90}"/>
          </ac:spMkLst>
        </pc:spChg>
        <pc:spChg chg="add mod">
          <ac:chgData name="현진 김" userId="75745d21e3536c0a" providerId="LiveId" clId="{6BF04E8C-2181-4556-A234-5DFBD0C778B8}" dt="2024-10-22T16:37:17.621" v="31" actId="1076"/>
          <ac:spMkLst>
            <pc:docMk/>
            <pc:sldMk cId="1507492525" sldId="261"/>
            <ac:spMk id="15" creationId="{A5FC73FB-C09F-6140-741C-F8B4F35AF702}"/>
          </ac:spMkLst>
        </pc:spChg>
        <pc:picChg chg="mod">
          <ac:chgData name="현진 김" userId="75745d21e3536c0a" providerId="LiveId" clId="{6BF04E8C-2181-4556-A234-5DFBD0C778B8}" dt="2024-10-22T16:43:47.712" v="36" actId="14100"/>
          <ac:picMkLst>
            <pc:docMk/>
            <pc:sldMk cId="1507492525" sldId="261"/>
            <ac:picMk id="5" creationId="{DC1D02B8-5F6D-8904-D1BA-CD18ED81B759}"/>
          </ac:picMkLst>
        </pc:picChg>
        <pc:picChg chg="add mod">
          <ac:chgData name="현진 김" userId="75745d21e3536c0a" providerId="LiveId" clId="{6BF04E8C-2181-4556-A234-5DFBD0C778B8}" dt="2024-10-22T16:18:26.029" v="5" actId="1076"/>
          <ac:picMkLst>
            <pc:docMk/>
            <pc:sldMk cId="1507492525" sldId="261"/>
            <ac:picMk id="12" creationId="{F556D8CA-C663-5D1F-A6CC-D58A2F029C4E}"/>
          </ac:picMkLst>
        </pc:picChg>
        <pc:picChg chg="add mod">
          <ac:chgData name="현진 김" userId="75745d21e3536c0a" providerId="LiveId" clId="{6BF04E8C-2181-4556-A234-5DFBD0C778B8}" dt="2024-10-22T16:36:49.928" v="19" actId="14100"/>
          <ac:picMkLst>
            <pc:docMk/>
            <pc:sldMk cId="1507492525" sldId="261"/>
            <ac:picMk id="17" creationId="{FBD38FED-0F58-4055-0C2B-6A1FA6AC3F0C}"/>
          </ac:picMkLst>
        </pc:picChg>
        <pc:picChg chg="add mod">
          <ac:chgData name="현진 김" userId="75745d21e3536c0a" providerId="LiveId" clId="{6BF04E8C-2181-4556-A234-5DFBD0C778B8}" dt="2024-10-22T16:42:10.493" v="35" actId="1076"/>
          <ac:picMkLst>
            <pc:docMk/>
            <pc:sldMk cId="1507492525" sldId="261"/>
            <ac:picMk id="19" creationId="{10B2B6A6-1A43-045E-FD18-FFAE6D41852E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2T15:55:54.2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0,'595'29,"-407"-15,534-3,-298-11,-244 9,-122-3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2T15:57:01.0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2,'284'-1,"299"3,-323 9,113 3,24-15,140 3,49 31,-338-17,21 12,-143-12,144-1,590-17,-572 2,-266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2T15:57:02.9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1184 1,'-7'6,"0"-1,-1 0,0 0,0-1,0 0,0 0,-1 0,1-1,-1-1,0 0,-17 3,-10-2,-60 0,66-4,-591-1,582 4,-58 10,-26 2,96-13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2T15:57:53.1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2,'141'-2,"153"5,-234 3,61 15,31 3,-127-22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2T15:58:27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2,'457'-2,"488"5,-652 10,63 0,481-12,-389-2,-425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2T15:58:32.7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56,'14'-10,"0"-1,-1 6,-1 0,2 1,-1 1,0 0,20-1,76-2,-72 5,777-2,-418 5,998-2,-1091 14,-28-1,1212-11,-718-4,934 2,-1674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9CAE0-EF91-8959-2FC0-B45DB2679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846878-67DA-C133-C254-B2D44BE1D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0D2D7A-EABC-BD29-F295-EE649C631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49DB1E-CC7C-2C65-91F9-F26D78BCC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637C24-B172-C9DF-23FA-DB72B12D2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544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306BD-472C-289E-F496-10390AF83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72B101-CEEE-426E-3675-D158EFBBE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E706E-8253-B793-DAAC-BC26E8D47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897F51-92B4-DED6-B7CC-288A99775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4F6B95-EB14-6CE4-72CA-B77E05DA4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46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2428C-6221-FFC4-B476-273F75E3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09FC2-65A1-05B6-624A-B87197D26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D4C5F1-7693-85B8-3F64-76C41E00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EFF522-40CB-47BC-7B12-B5949B70F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CBDF06-11A6-D355-A6A3-EAD4AC05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49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35322-BA4F-B097-2D7B-8B47D1A6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4BD105-E230-7D3E-CD7F-8730B65AF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42845F-52A3-5FBB-37C7-222F0F668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0E78C0-05DF-EA66-72E3-767DA76E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41F6F4-763F-9BF3-B019-129763B3D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0179F7-3C94-3AC8-CD11-B6A94CEF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46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33676-1AA3-0FF6-39CD-05094DF8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B88183-851E-AFBC-8F1E-E665854B34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9BAD8E-EB99-26EF-AF34-07F639B83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8161F5-CDB7-2FC2-F1C1-5059E40E4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FAAE11-EFA5-9BBB-10C1-40EB94E1F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B1A5A8-5B13-9656-BF80-BC5E0AA18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76E1038-EDD1-F1C8-30AF-4F91C2C9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09B83A-636D-79F3-569D-A904E6F8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5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4915D-2FF9-2945-DF0A-AAA8658B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6F2CDF-AB1F-35DF-5AC8-7F33B1443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A6B0134-0D38-44D5-09E6-E34A048C4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A2FB1B-5C19-B6F5-00AA-C96A44CF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001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F0F708C-09BB-7F17-DDE2-F3C11E3F2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874420-662A-F641-5854-0B98EC40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D9F62D-6C3C-AB78-CB20-59EEB6C6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72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6F33A8-ED78-56DD-D72C-183791CD9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3C5BF7-30ED-BCBB-E516-D003ED3ED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23E0E70-FA77-7427-A307-067F430B5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7B1696-1464-8C1C-7ECB-262EA613D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DCC9F6-9D1F-DEED-2B3E-84DD82D7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739022-DA83-19BF-CC67-B8608773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27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66138D-EA59-1DD1-E3E5-31CABF6FF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039762B-786F-D84D-F927-8306938C9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E2C40D-F037-DED7-35D8-95D3B30AD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88DDC8-3DF8-57C9-7F86-289893FE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482B1C-3F74-DAEC-6064-9E52A29F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2557A5-DE16-36F7-D2A7-52DED3C2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93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4B7EE-6685-7FC5-888E-8FF2A4376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43FB0C-B24D-A528-8792-CCEF25B3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CE362C-33DF-195B-268D-D8288864E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F296CA-E012-1B92-7FF9-EBE9D3E1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22037-3C1B-C115-68B0-95090783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855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A5C7F1-4810-56A3-2C04-2D14B731D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5B0193A-8E90-D73A-8D8D-62C596FFE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E2E2B1-FE26-985A-1CC3-4D8CB854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26F249-1BEA-D23B-A593-6BBAAC7F2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6EEF3-B01A-CE7D-0EEA-FDC38385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6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15DD32-672E-5A5C-4911-309FD1A90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84AD8-538C-2717-B630-42136AEDE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A34BD-1979-E3E7-F229-625039AFE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00B4D-0F22-47AA-9F14-7B541B1DE0EF}" type="datetimeFigureOut">
              <a:rPr lang="ko-KR" altLang="en-US" smtClean="0"/>
              <a:t>2024-10-23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A9498B-C85B-9E70-748B-93F5B9E0A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CF337-6275-91E9-845E-7A685B107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62C47-EE15-4EA0-8344-04E101D024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986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customXml" Target="../ink/ink4.xml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0F1C6E4-2E28-FD53-B18A-7329239B3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4" y="76109"/>
            <a:ext cx="8221222" cy="12955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8DAED3-0E46-20E3-CEE6-E5C55024D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31" y="1371690"/>
            <a:ext cx="3848637" cy="26959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90107BB1-97D6-6707-B2A1-BF589F8428B1}"/>
                  </a:ext>
                </a:extLst>
              </p14:cNvPr>
              <p14:cNvContentPartPr/>
              <p14:nvPr/>
            </p14:nvContentPartPr>
            <p14:xfrm>
              <a:off x="3304980" y="3410010"/>
              <a:ext cx="780480" cy="2520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90107BB1-97D6-6707-B2A1-BF589F8428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51340" y="3302010"/>
                <a:ext cx="888120" cy="24084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그림 12">
            <a:extLst>
              <a:ext uri="{FF2B5EF4-FFF2-40B4-BE49-F238E27FC236}">
                <a16:creationId xmlns:a16="http://schemas.microsoft.com/office/drawing/2014/main" id="{D9A913C2-2498-6387-EDD3-F51F9D8830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49" y="4067641"/>
            <a:ext cx="8249801" cy="21338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C10B6DD5-CF37-7611-6E3B-A8280D1DE7C6}"/>
                  </a:ext>
                </a:extLst>
              </p14:cNvPr>
              <p14:cNvContentPartPr/>
              <p14:nvPr/>
            </p14:nvContentPartPr>
            <p14:xfrm>
              <a:off x="6429420" y="5771250"/>
              <a:ext cx="1837800" cy="4932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C10B6DD5-CF37-7611-6E3B-A8280D1DE7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75780" y="5663610"/>
                <a:ext cx="19454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A2623A31-3336-6273-BA32-AC1BB9EF60E6}"/>
                  </a:ext>
                </a:extLst>
              </p14:cNvPr>
              <p14:cNvContentPartPr/>
              <p14:nvPr/>
            </p14:nvContentPartPr>
            <p14:xfrm>
              <a:off x="631260" y="6048090"/>
              <a:ext cx="426600" cy="2952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A2623A31-3336-6273-BA32-AC1BB9EF60E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7260" y="5940450"/>
                <a:ext cx="534240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350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6AF0-46EE-4B59-1150-66648D1FC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BC55AE-995A-6F65-B7EB-2FB011D1F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4650" cy="50137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D995FAE-2F7B-CCE2-BCC2-DDF6D1AE3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74" y="5091019"/>
            <a:ext cx="6129901" cy="102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81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690A5-80C6-33DE-F4FC-E447321EE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101E7A-3C70-07A4-0ECD-146E8DE57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36" y="0"/>
            <a:ext cx="7716327" cy="227679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C552C5A-72CA-2B67-ADA8-37F3380D0824}"/>
                  </a:ext>
                </a:extLst>
              </p14:cNvPr>
              <p14:cNvContentPartPr/>
              <p14:nvPr/>
            </p14:nvContentPartPr>
            <p14:xfrm>
              <a:off x="1590660" y="694530"/>
              <a:ext cx="285840" cy="205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C552C5A-72CA-2B67-ADA8-37F3380D08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6660" y="586530"/>
                <a:ext cx="393480" cy="23616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C8AD5785-CE38-3D30-57C6-5BBFFFDEA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61" y="2314603"/>
            <a:ext cx="6830378" cy="16004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8F03A062-2CDE-B140-3838-807C118CA220}"/>
                  </a:ext>
                </a:extLst>
              </p14:cNvPr>
              <p14:cNvContentPartPr/>
              <p14:nvPr/>
            </p14:nvContentPartPr>
            <p14:xfrm>
              <a:off x="571500" y="2437650"/>
              <a:ext cx="1209600" cy="108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8F03A062-2CDE-B140-3838-807C118CA2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7500" y="2329650"/>
                <a:ext cx="131724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FAD6F904-FD56-FA3B-8B48-AE5A64549E2F}"/>
                  </a:ext>
                </a:extLst>
              </p14:cNvPr>
              <p14:cNvContentPartPr/>
              <p14:nvPr/>
            </p14:nvContentPartPr>
            <p14:xfrm>
              <a:off x="552420" y="2732490"/>
              <a:ext cx="2679480" cy="201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FAD6F904-FD56-FA3B-8B48-AE5A64549E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8780" y="2624850"/>
                <a:ext cx="2787120" cy="2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951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1CFCA-68DA-A67B-A510-CA8598B4C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45ED59-35E9-9161-2F71-32A0BBC3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53175" cy="49775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ECC9A97-5EA1-32E7-3464-7FEE89222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882" y="0"/>
            <a:ext cx="5783917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768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464EF7C-2660-6BAC-C384-814ECD33B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72275" cy="2203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13DB6A2-7CF2-BA46-5348-49A0065FB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0588"/>
            <a:ext cx="6772275" cy="210105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9AB68B-0CBA-7AEC-D85C-D16E7C966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71964"/>
            <a:ext cx="7682635" cy="198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C1D02B8-5F6D-8904-D1BA-CD18ED81B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839712" cy="22380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18A9A9-DD0F-3DA4-ECB2-7B1176D18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74" y="3670294"/>
            <a:ext cx="7706801" cy="4667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4EBC25-7A0E-4AAC-CAA0-2E3BDCAC7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69" y="3127293"/>
            <a:ext cx="7744906" cy="54300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556D8CA-C663-5D1F-A6CC-D58A2F029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774" y="4220659"/>
            <a:ext cx="5820099" cy="26373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5FC73FB-C09F-6140-741C-F8B4F35AF702}"/>
              </a:ext>
            </a:extLst>
          </p:cNvPr>
          <p:cNvSpPr txBox="1"/>
          <p:nvPr/>
        </p:nvSpPr>
        <p:spPr>
          <a:xfrm>
            <a:off x="7958679" y="3497181"/>
            <a:ext cx="1334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4.3065</a:t>
            </a:r>
            <a:endParaRPr lang="en-US" altLang="ko-KR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  <a:p>
            <a:r>
              <a:rPr lang="en-US" altLang="ko-KR" dirty="0">
                <a:latin typeface="스물셋유진체!" panose="020B0600000101010101" pitchFamily="34" charset="-127"/>
                <a:ea typeface="스물셋유진체!" panose="020B0600000101010101" pitchFamily="34" charset="-127"/>
              </a:rPr>
              <a:t>4.26</a:t>
            </a:r>
            <a:endParaRPr lang="ko-KR" altLang="en-US" dirty="0">
              <a:latin typeface="스물셋유진체!" panose="020B0600000101010101" pitchFamily="34" charset="-127"/>
              <a:ea typeface="스물셋유진체!" panose="020B0600000101010101" pitchFamily="34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BD38FED-0F58-4055-0C2B-6A1FA6AC3F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670" y="4137084"/>
            <a:ext cx="7744906" cy="42389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0B2B6A6-1A43-045E-FD18-FFAE6D418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817" y="4762933"/>
            <a:ext cx="4248743" cy="15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9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3A2FCDB-9965-9F48-AC74-ADC2920F0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1536"/>
            <a:ext cx="12192000" cy="629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</Words>
  <Application>Microsoft Office PowerPoint</Application>
  <PresentationFormat>와이드스크린</PresentationFormat>
  <Paragraphs>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스물셋유진체!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2024-10-22T15:54:39Z</dcterms:created>
  <dcterms:modified xsi:type="dcterms:W3CDTF">2024-10-22T16:43:56Z</dcterms:modified>
</cp:coreProperties>
</file>