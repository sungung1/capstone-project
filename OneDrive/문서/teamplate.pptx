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BF5C37-CAB5-4B7A-A66A-CB0E209A1B10}" v="2" dt="2024-08-16T09:28:17.7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현진 김" userId="75745d21e3536c0a" providerId="LiveId" clId="{BDBF5C37-CAB5-4B7A-A66A-CB0E209A1B10}"/>
    <pc:docChg chg="custSel addSld modSld">
      <pc:chgData name="현진 김" userId="75745d21e3536c0a" providerId="LiveId" clId="{BDBF5C37-CAB5-4B7A-A66A-CB0E209A1B10}" dt="2024-08-16T09:36:05.939" v="252" actId="20577"/>
      <pc:docMkLst>
        <pc:docMk/>
      </pc:docMkLst>
      <pc:sldChg chg="modSp mod">
        <pc:chgData name="현진 김" userId="75745d21e3536c0a" providerId="LiveId" clId="{BDBF5C37-CAB5-4B7A-A66A-CB0E209A1B10}" dt="2024-08-16T09:26:51.077" v="42" actId="20577"/>
        <pc:sldMkLst>
          <pc:docMk/>
          <pc:sldMk cId="1752326792" sldId="256"/>
        </pc:sldMkLst>
        <pc:spChg chg="mod">
          <ac:chgData name="현진 김" userId="75745d21e3536c0a" providerId="LiveId" clId="{BDBF5C37-CAB5-4B7A-A66A-CB0E209A1B10}" dt="2024-08-16T09:26:46.823" v="21" actId="20577"/>
          <ac:spMkLst>
            <pc:docMk/>
            <pc:sldMk cId="1752326792" sldId="256"/>
            <ac:spMk id="2" creationId="{7413FB48-CE8A-6E4D-B6F3-0734961D845C}"/>
          </ac:spMkLst>
        </pc:spChg>
        <pc:spChg chg="mod">
          <ac:chgData name="현진 김" userId="75745d21e3536c0a" providerId="LiveId" clId="{BDBF5C37-CAB5-4B7A-A66A-CB0E209A1B10}" dt="2024-08-16T09:26:51.077" v="42" actId="20577"/>
          <ac:spMkLst>
            <pc:docMk/>
            <pc:sldMk cId="1752326792" sldId="256"/>
            <ac:spMk id="3" creationId="{3314ABA7-D67D-38FA-34AA-03EDB1CF7915}"/>
          </ac:spMkLst>
        </pc:spChg>
      </pc:sldChg>
      <pc:sldChg chg="addSp modSp new mod">
        <pc:chgData name="현진 김" userId="75745d21e3536c0a" providerId="LiveId" clId="{BDBF5C37-CAB5-4B7A-A66A-CB0E209A1B10}" dt="2024-08-16T09:28:04.408" v="175" actId="20577"/>
        <pc:sldMkLst>
          <pc:docMk/>
          <pc:sldMk cId="2490058092" sldId="257"/>
        </pc:sldMkLst>
        <pc:spChg chg="mod">
          <ac:chgData name="현진 김" userId="75745d21e3536c0a" providerId="LiveId" clId="{BDBF5C37-CAB5-4B7A-A66A-CB0E209A1B10}" dt="2024-08-16T09:26:41.618" v="9" actId="20577"/>
          <ac:spMkLst>
            <pc:docMk/>
            <pc:sldMk cId="2490058092" sldId="257"/>
            <ac:spMk id="2" creationId="{46D37F1C-EFE4-5534-5721-150126B0C096}"/>
          </ac:spMkLst>
        </pc:spChg>
        <pc:spChg chg="mod">
          <ac:chgData name="현진 김" userId="75745d21e3536c0a" providerId="LiveId" clId="{BDBF5C37-CAB5-4B7A-A66A-CB0E209A1B10}" dt="2024-08-16T09:28:04.408" v="175" actId="20577"/>
          <ac:spMkLst>
            <pc:docMk/>
            <pc:sldMk cId="2490058092" sldId="257"/>
            <ac:spMk id="3" creationId="{47C6EC76-51F9-3217-9AD1-4039EB0F5AFD}"/>
          </ac:spMkLst>
        </pc:spChg>
        <pc:spChg chg="add mod">
          <ac:chgData name="현진 김" userId="75745d21e3536c0a" providerId="LiveId" clId="{BDBF5C37-CAB5-4B7A-A66A-CB0E209A1B10}" dt="2024-08-16T09:27:20.490" v="62" actId="1037"/>
          <ac:spMkLst>
            <pc:docMk/>
            <pc:sldMk cId="2490058092" sldId="257"/>
            <ac:spMk id="4" creationId="{20480C4A-B7C8-B507-8A44-FD4C26991BD6}"/>
          </ac:spMkLst>
        </pc:spChg>
      </pc:sldChg>
      <pc:sldChg chg="addSp modSp new mod">
        <pc:chgData name="현진 김" userId="75745d21e3536c0a" providerId="LiveId" clId="{BDBF5C37-CAB5-4B7A-A66A-CB0E209A1B10}" dt="2024-08-16T09:28:17.783" v="189"/>
        <pc:sldMkLst>
          <pc:docMk/>
          <pc:sldMk cId="3746228244" sldId="258"/>
        </pc:sldMkLst>
        <pc:spChg chg="mod">
          <ac:chgData name="현진 김" userId="75745d21e3536c0a" providerId="LiveId" clId="{BDBF5C37-CAB5-4B7A-A66A-CB0E209A1B10}" dt="2024-08-16T09:28:11.771" v="188" actId="20577"/>
          <ac:spMkLst>
            <pc:docMk/>
            <pc:sldMk cId="3746228244" sldId="258"/>
            <ac:spMk id="2" creationId="{CA7AAB86-9261-CA50-9A53-991D06E19522}"/>
          </ac:spMkLst>
        </pc:spChg>
        <pc:spChg chg="add mod">
          <ac:chgData name="현진 김" userId="75745d21e3536c0a" providerId="LiveId" clId="{BDBF5C37-CAB5-4B7A-A66A-CB0E209A1B10}" dt="2024-08-16T09:28:17.783" v="189"/>
          <ac:spMkLst>
            <pc:docMk/>
            <pc:sldMk cId="3746228244" sldId="258"/>
            <ac:spMk id="4" creationId="{7163B9E0-A0D6-8612-D57F-F85EF5C43B56}"/>
          </ac:spMkLst>
        </pc:spChg>
      </pc:sldChg>
      <pc:sldChg chg="modSp new mod">
        <pc:chgData name="현진 김" userId="75745d21e3536c0a" providerId="LiveId" clId="{BDBF5C37-CAB5-4B7A-A66A-CB0E209A1B10}" dt="2024-08-16T09:36:05.939" v="252" actId="20577"/>
        <pc:sldMkLst>
          <pc:docMk/>
          <pc:sldMk cId="4161121318" sldId="259"/>
        </pc:sldMkLst>
        <pc:spChg chg="mod">
          <ac:chgData name="현진 김" userId="75745d21e3536c0a" providerId="LiveId" clId="{BDBF5C37-CAB5-4B7A-A66A-CB0E209A1B10}" dt="2024-08-16T09:35:54.898" v="208" actId="20577"/>
          <ac:spMkLst>
            <pc:docMk/>
            <pc:sldMk cId="4161121318" sldId="259"/>
            <ac:spMk id="2" creationId="{5FF49BD0-1D7C-E5A0-9F65-B24B2F3BC858}"/>
          </ac:spMkLst>
        </pc:spChg>
        <pc:spChg chg="mod">
          <ac:chgData name="현진 김" userId="75745d21e3536c0a" providerId="LiveId" clId="{BDBF5C37-CAB5-4B7A-A66A-CB0E209A1B10}" dt="2024-08-16T09:36:05.939" v="252" actId="20577"/>
          <ac:spMkLst>
            <pc:docMk/>
            <pc:sldMk cId="4161121318" sldId="259"/>
            <ac:spMk id="3" creationId="{53CC1EBC-1E13-B10C-1EC7-40441328CAB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F4C74A-31B7-0D4C-A871-6A4A24453A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44B4AAB-3E8A-D1B4-E6F3-8C8E8A9D3B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C26367-772E-B66D-61BB-9D0017A38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4A677-BCBC-4DA2-A25C-F383ADF17763}" type="datetimeFigureOut">
              <a:rPr lang="ko-KR" altLang="en-US" smtClean="0"/>
              <a:t>2024-08-16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3DCC3F-B061-57AA-04D7-6F90E252D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3551FF-51F0-CD46-77B7-39278A5B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05666-0FA4-40A0-A299-59CD9D2583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9210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5FD049-D5AF-30FC-4C02-1BC9FE5E1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73C84C-3F3C-F759-74C1-9B331EDA4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940766-13CA-B3F5-BB94-9E5269668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4A677-BCBC-4DA2-A25C-F383ADF17763}" type="datetimeFigureOut">
              <a:rPr lang="ko-KR" altLang="en-US" smtClean="0"/>
              <a:t>2024-08-16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5FA549-93D0-1FE0-08F0-5153609F6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4B006C-FE49-D6C1-CFB3-0D43EC739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05666-0FA4-40A0-A299-59CD9D2583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8754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0E67CB-01C9-B112-6512-90BA1A6D4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EABFE1-99D3-B6AB-C848-CD1EBE4DA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D1B2BA-0413-D9AA-AE02-79CA61CD0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4A677-BCBC-4DA2-A25C-F383ADF17763}" type="datetimeFigureOut">
              <a:rPr lang="ko-KR" altLang="en-US" smtClean="0"/>
              <a:t>2024-08-16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4EBCEF-50E6-D1DC-9627-B534C4FDE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F58ACE-4BE2-92AF-2431-C134407E6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05666-0FA4-40A0-A299-59CD9D2583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7772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660953-ADBF-4380-CBC3-BD26E9007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858055-8AB9-F87E-A9C3-D79D84CC07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700027-A1C3-638B-8473-EEE5789621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6C79ED-6B57-A571-351D-99B758E5D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4A677-BCBC-4DA2-A25C-F383ADF17763}" type="datetimeFigureOut">
              <a:rPr lang="ko-KR" altLang="en-US" smtClean="0"/>
              <a:t>2024-08-16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6EE334A-D582-9B74-695A-2B11FB20D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749E04-1566-EF9F-3FD5-3F1C7DEA7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05666-0FA4-40A0-A299-59CD9D2583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3531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F74560-6602-A951-8968-084478839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412FBD-01DC-AC31-E8EB-BD16C4770E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26DBDC1-6904-7916-5509-407A7C0EF0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B819427-BD51-ACEE-7F46-431FCDC553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446B4A-7E84-C2D4-2726-461C96EE9E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38AE011-56EF-F1DE-583F-FC845E60B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4A677-BCBC-4DA2-A25C-F383ADF17763}" type="datetimeFigureOut">
              <a:rPr lang="ko-KR" altLang="en-US" smtClean="0"/>
              <a:t>2024-08-16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84FFB80-5D1A-63DC-191A-82322E813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4B44742-012F-94AE-F4B8-CACE39963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05666-0FA4-40A0-A299-59CD9D2583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3862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C28EDF-4381-1492-B713-9D2E14D0E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4E76371-9887-5E9F-A68D-409222ED5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4A677-BCBC-4DA2-A25C-F383ADF17763}" type="datetimeFigureOut">
              <a:rPr lang="ko-KR" altLang="en-US" smtClean="0"/>
              <a:t>2024-08-16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8F2C773-AF3F-7D6B-023F-1E492C96C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8200309-7CC5-2773-AB4F-28A9E1EA1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05666-0FA4-40A0-A299-59CD9D2583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6388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D6A356E-C438-0EF9-5D97-6A62941CA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4A677-BCBC-4DA2-A25C-F383ADF17763}" type="datetimeFigureOut">
              <a:rPr lang="ko-KR" altLang="en-US" smtClean="0"/>
              <a:t>2024-08-16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CDD1A43-5047-4454-506C-092746A16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121F66-B51A-71DE-C28B-FF0FBAAC7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05666-0FA4-40A0-A299-59CD9D2583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9753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A13ACD-7A7E-C1B7-0B55-8BC6B4B7E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14BA18-9D63-3008-9077-69C8BF3FE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AF08551-A9CD-8F20-B0EF-D245824074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F8CE7B-6A33-C9B5-5983-A7225F622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4A677-BCBC-4DA2-A25C-F383ADF17763}" type="datetimeFigureOut">
              <a:rPr lang="ko-KR" altLang="en-US" smtClean="0"/>
              <a:t>2024-08-16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EFCE101-96CC-768F-AA83-A1179A5A3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143A3CE-5D32-3812-7413-06BC9B6AA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05666-0FA4-40A0-A299-59CD9D2583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3607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6FECB4-EFC2-6C78-3079-B182FDB13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7BEE74B-5FA7-7C7D-387A-0121D8AD49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BD0591D-5118-AB32-D1C3-7B2AE9706A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3EE3E2B-02EB-41ED-FB78-9768E2105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4A677-BCBC-4DA2-A25C-F383ADF17763}" type="datetimeFigureOut">
              <a:rPr lang="ko-KR" altLang="en-US" smtClean="0"/>
              <a:t>2024-08-16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670157-EABC-97D1-9F0F-99BE900FE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E5333B-57BE-76B9-F535-855342234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05666-0FA4-40A0-A299-59CD9D2583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9745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76F5B6-92CD-3D5A-31BF-9A0359146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A6389C-EE79-D239-A3F7-994AF7EBAF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809BFA-1574-D828-05BB-FD9A9068E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4A677-BCBC-4DA2-A25C-F383ADF17763}" type="datetimeFigureOut">
              <a:rPr lang="ko-KR" altLang="en-US" smtClean="0"/>
              <a:t>2024-08-16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B93951-DBC3-D0C9-E27D-94703C5F6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9E06FF-F4FE-0E82-D64D-6F5A17972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05666-0FA4-40A0-A299-59CD9D2583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6416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0FAC76E-8501-13AD-B056-A5B8B75D6C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1552013-608E-8299-7E54-B13C1C2EFB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4699B5-629D-741C-4960-69C76422F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4A677-BCBC-4DA2-A25C-F383ADF17763}" type="datetimeFigureOut">
              <a:rPr lang="ko-KR" altLang="en-US" smtClean="0"/>
              <a:t>2024-08-16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A3C3A5-3734-B33D-E395-F604E623A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13B5B2-FA3C-7008-13F4-09CC93831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05666-0FA4-40A0-A299-59CD9D2583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3211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2B025FD-C115-D076-E6BF-1FB351597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A7CD5A-53E8-9C42-08B0-0595464C05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A4744F-F7E6-2B78-02D4-5CE5FC0B17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84A677-BCBC-4DA2-A25C-F383ADF17763}" type="datetimeFigureOut">
              <a:rPr lang="ko-KR" altLang="en-US" smtClean="0"/>
              <a:t>2024-08-16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D37D06-4A75-5713-A81E-7203893D5C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DAD076-2375-28F1-1EF3-833CE7133C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505666-0FA4-40A0-A299-59CD9D2583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5129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13FB48-CE8A-6E4D-B6F3-0734961D84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제목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314ABA7-D67D-38FA-34AA-03EDB1CF79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작성자</a:t>
            </a:r>
            <a:r>
              <a:rPr lang="en-US" altLang="ko-KR" dirty="0"/>
              <a:t>(</a:t>
            </a:r>
            <a:r>
              <a:rPr lang="ko-KR" altLang="en-US" dirty="0"/>
              <a:t>팀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2326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D37F1C-EFE4-5534-5721-150126B0C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C6EC76-51F9-3217-9AD1-4039EB0F5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1. </a:t>
            </a:r>
            <a:r>
              <a:rPr lang="ko-KR" altLang="en-US" dirty="0"/>
              <a:t>소제목 </a:t>
            </a:r>
            <a:r>
              <a:rPr lang="en-US" altLang="ko-KR" dirty="0"/>
              <a:t>1</a:t>
            </a:r>
          </a:p>
          <a:p>
            <a:pPr marL="0" indent="0">
              <a:buNone/>
            </a:pPr>
            <a:r>
              <a:rPr lang="en-US" altLang="ko-KR" dirty="0"/>
              <a:t>2. </a:t>
            </a:r>
            <a:r>
              <a:rPr lang="ko-KR" altLang="en-US" dirty="0"/>
              <a:t>소제목 </a:t>
            </a:r>
            <a:r>
              <a:rPr lang="en-US" altLang="ko-KR" dirty="0"/>
              <a:t>2</a:t>
            </a:r>
          </a:p>
          <a:p>
            <a:pPr marL="0" indent="0">
              <a:buNone/>
            </a:pPr>
            <a:r>
              <a:rPr lang="en-US" altLang="ko-KR" dirty="0"/>
              <a:t>3. </a:t>
            </a:r>
            <a:r>
              <a:rPr lang="ko-KR" altLang="en-US" dirty="0"/>
              <a:t>소제목 </a:t>
            </a:r>
            <a:r>
              <a:rPr lang="en-US" altLang="ko-KR" dirty="0"/>
              <a:t>3</a:t>
            </a: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20480C4A-B7C8-B507-8A44-FD4C26991BD6}"/>
              </a:ext>
            </a:extLst>
          </p:cNvPr>
          <p:cNvSpPr txBox="1">
            <a:spLocks/>
          </p:cNvSpPr>
          <p:nvPr/>
        </p:nvSpPr>
        <p:spPr>
          <a:xfrm>
            <a:off x="6382512" y="0"/>
            <a:ext cx="5803392" cy="5683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dirty="0"/>
              <a:t>제목</a:t>
            </a:r>
          </a:p>
        </p:txBody>
      </p:sp>
    </p:spTree>
    <p:extLst>
      <p:ext uri="{BB962C8B-B14F-4D97-AF65-F5344CB8AC3E}">
        <p14:creationId xmlns:p14="http://schemas.microsoft.com/office/powerpoint/2010/main" val="2490058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7AAB86-9261-CA50-9A53-991D06E19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소제목 </a:t>
            </a:r>
            <a:r>
              <a:rPr lang="en-US" altLang="ko-KR" dirty="0"/>
              <a:t>1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E9141A-52DA-A09C-0F43-05B5F1924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7163B9E0-A0D6-8612-D57F-F85EF5C43B56}"/>
              </a:ext>
            </a:extLst>
          </p:cNvPr>
          <p:cNvSpPr txBox="1">
            <a:spLocks/>
          </p:cNvSpPr>
          <p:nvPr/>
        </p:nvSpPr>
        <p:spPr>
          <a:xfrm>
            <a:off x="6382512" y="0"/>
            <a:ext cx="5803392" cy="5683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dirty="0"/>
              <a:t>제목</a:t>
            </a:r>
          </a:p>
        </p:txBody>
      </p:sp>
    </p:spTree>
    <p:extLst>
      <p:ext uri="{BB962C8B-B14F-4D97-AF65-F5344CB8AC3E}">
        <p14:creationId xmlns:p14="http://schemas.microsoft.com/office/powerpoint/2010/main" val="3746228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F49BD0-1D7C-E5A0-9F65-B24B2F3BC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명심할 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CC1EBC-1E13-B10C-1EC7-40441328C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정리</a:t>
            </a:r>
            <a:r>
              <a:rPr lang="en-US" altLang="ko-KR" dirty="0"/>
              <a:t>, </a:t>
            </a:r>
            <a:r>
              <a:rPr lang="ko-KR" altLang="en-US" dirty="0"/>
              <a:t>문서</a:t>
            </a:r>
            <a:r>
              <a:rPr lang="en-US" altLang="ko-KR" dirty="0"/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1121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</Words>
  <Application>Microsoft Office PowerPoint</Application>
  <PresentationFormat>와이드스크린</PresentationFormat>
  <Paragraphs>11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제목</vt:lpstr>
      <vt:lpstr>목차</vt:lpstr>
      <vt:lpstr>1. 소제목 1 </vt:lpstr>
      <vt:lpstr>명심할 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현진 김</dc:creator>
  <cp:lastModifiedBy>현진 김</cp:lastModifiedBy>
  <cp:revision>1</cp:revision>
  <dcterms:created xsi:type="dcterms:W3CDTF">2024-08-16T09:26:27Z</dcterms:created>
  <dcterms:modified xsi:type="dcterms:W3CDTF">2024-08-16T09:36:08Z</dcterms:modified>
</cp:coreProperties>
</file>