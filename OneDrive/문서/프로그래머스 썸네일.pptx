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00AD4-DAEA-CC2B-4485-7D5105F0E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0A3D33-4AE0-B69D-E727-DE66E7A1C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6FD2F-58BF-A963-9E32-C32A8F2A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3B8923-42C0-FD6D-FC81-D1C8D896F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F3CAF6-6ED1-8289-279C-81500383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71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35A3E-1F11-4476-7C94-94DBA139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2C655-54EE-7A81-D8AB-BB19CCE27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626C1-D72F-9EEC-C20A-D8179B40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2CC1EB-1C12-3458-DE4C-6317B2A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ABD3CF-058F-A5AD-0DC2-4CC6FA9E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7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59F6B-7AA6-C488-14E5-0849E00D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97610D-CB77-FD9A-DD66-96E8BFCC6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A18BE4-BE6C-DE75-B153-2639B404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48C0CC-E8FC-A37F-647E-6C997247F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2E7A86-8721-529B-BB0D-4E2DFFB4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7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046D2-7FE5-7C06-37ED-39CCCCD5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BDE23-9AEB-5E94-1E12-73AB22212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3A6AF7-49DF-E07B-52EC-C592D4364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D3B84D-9A04-B704-657D-C479E1FE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3F38E-BD75-C7F1-4376-E86F1541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F39DF6-B30B-2CE1-B26F-D92C9C1C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75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ED929-DEFC-8C4C-ADF5-AEA3CFA3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8092FE-9264-1FDF-F359-A92068D39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1BD66C-B07C-B0EC-7136-FFC7AB6F7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A0ED1A-1ADA-BB69-C19C-777F60C12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95EF71-E455-33E5-60AF-81C0B6C1E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F84C00-91EB-ECFD-5FB8-0901E01C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08607D-052C-0D9F-3F79-EBE75060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CA795-542B-2B0F-5818-428DEA1D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37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19FFD-0A66-88CD-741E-689DA48E9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D74CC0-7352-2995-1222-0A56A659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17CDD9-E96E-5841-0A0E-FAE83C40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6300C5-50D8-A650-AF88-D5B0BB01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42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B56B1F-7A33-C396-B965-80356C64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41FED3-E458-0DEA-98B1-0082C11F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95A1C3-79F5-41B1-F0EE-EE279EF8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4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144F0-0F61-3294-84CA-77FC77C61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013BF4-061A-93BD-E1D6-A25526EF9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5BC84A-C3D1-6106-A7EE-D08A43280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AC3C2A-37EA-F3A1-0436-94270241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7D9582-D91B-3C44-2C6A-82CFB363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3F4036-A1AC-ECD4-6BA1-E8CA86D3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21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DED48-1013-C625-A1A2-D7B0F7FD6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58C89F-D706-A029-D260-63B41A381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F925A1-4B1D-360A-0594-E08ADE640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C21C4-DE82-E304-B910-D96AE3A5F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D64A8B-9798-1294-A95F-CAA98A82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96B7A3-F262-2D22-5714-0E3401B1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82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60C00-A870-B15D-5DCA-E9961EB4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85D001-5AF4-5C7D-D52D-70B895F05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BDD29-C5AE-922A-6EA0-4D7A0179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8DBAB8-C510-E7DD-E6B2-DD793814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D3DDE4-1B7D-DD4D-9A03-FD55EA96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22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51A7E0-D92D-50D5-333E-7BA75B43C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115EE7-CE0E-B07A-077C-500686CC7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396FE1-479D-E314-A257-0118C74A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DF45F-412A-D926-7CCC-9941FCA1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03C21-2C5E-4957-7976-3281ADB5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62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C1FF41-A6F0-F6B9-6CC7-C85145CC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5F67A2-9BB8-1AEC-793C-EC29350E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E86804-E8E1-E73A-ED87-D523B1931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78A5D-8FC7-4AC4-BB39-8705115DFAF0}" type="datetimeFigureOut">
              <a:rPr lang="ko-KR" altLang="en-US" smtClean="0"/>
              <a:t>2024-03-23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57E6C8-DCA5-6878-E0DC-421BE2441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60D65-043D-B06C-9605-745320550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490CA-91D6-4C66-AEDA-A0537A1EDD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12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7B0BA-D1FE-AF54-1A77-A8C8F898C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프로그래머스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할인 행사</a:t>
            </a:r>
            <a:r>
              <a:rPr lang="en-US" altLang="ko-KR" dirty="0"/>
              <a:t>”</a:t>
            </a:r>
            <a:br>
              <a:rPr lang="en-US" altLang="ko-KR" dirty="0"/>
            </a:br>
            <a:r>
              <a:rPr lang="en-US" altLang="ko-KR" dirty="0"/>
              <a:t>java </a:t>
            </a:r>
            <a:r>
              <a:rPr lang="ko-KR" altLang="en-US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290932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프로그래머스 “할인 행사” java 문제 풀이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프로그래머스 “할인 행사” java 문제 풀이</dc:title>
  <dc:creator>현진 김</dc:creator>
  <cp:lastModifiedBy>현진 김</cp:lastModifiedBy>
  <cp:revision>1</cp:revision>
  <dcterms:created xsi:type="dcterms:W3CDTF">2024-03-23T03:24:29Z</dcterms:created>
  <dcterms:modified xsi:type="dcterms:W3CDTF">2024-03-23T03:24:54Z</dcterms:modified>
</cp:coreProperties>
</file>