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A5932-6348-424B-B327-327ED1697DDB}" v="84" dt="2023-07-29T05:55:44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A77A5932-6348-424B-B327-327ED1697DDB}"/>
    <pc:docChg chg="undo redo custSel modSld">
      <pc:chgData name="현진 김" userId="75745d21e3536c0a" providerId="LiveId" clId="{A77A5932-6348-424B-B327-327ED1697DDB}" dt="2023-07-29T05:55:44.745" v="700" actId="21"/>
      <pc:docMkLst>
        <pc:docMk/>
      </pc:docMkLst>
      <pc:sldChg chg="addSp delSp modSp mod">
        <pc:chgData name="현진 김" userId="75745d21e3536c0a" providerId="LiveId" clId="{A77A5932-6348-424B-B327-327ED1697DDB}" dt="2023-07-29T05:55:44.745" v="700" actId="21"/>
        <pc:sldMkLst>
          <pc:docMk/>
          <pc:sldMk cId="982572321" sldId="256"/>
        </pc:sldMkLst>
        <pc:grpChg chg="add del mod">
          <ac:chgData name="현진 김" userId="75745d21e3536c0a" providerId="LiveId" clId="{A77A5932-6348-424B-B327-327ED1697DDB}" dt="2023-07-29T05:55:44.745" v="700" actId="21"/>
          <ac:grpSpMkLst>
            <pc:docMk/>
            <pc:sldMk cId="982572321" sldId="256"/>
            <ac:grpSpMk id="6" creationId="{1342CC6B-164A-DE38-F4DD-E9D092A2BB6E}"/>
          </ac:grpSpMkLst>
        </pc:grpChg>
        <pc:grpChg chg="add del mod">
          <ac:chgData name="현진 김" userId="75745d21e3536c0a" providerId="LiveId" clId="{A77A5932-6348-424B-B327-327ED1697DDB}" dt="2023-07-29T04:10:32.371" v="23" actId="21"/>
          <ac:grpSpMkLst>
            <pc:docMk/>
            <pc:sldMk cId="982572321" sldId="256"/>
            <ac:grpSpMk id="10" creationId="{C50B2843-01C8-BB44-11AC-48EFD2290C6C}"/>
          </ac:grpSpMkLst>
        </pc:grpChg>
        <pc:grpChg chg="add del mod">
          <ac:chgData name="현진 김" userId="75745d21e3536c0a" providerId="LiveId" clId="{A77A5932-6348-424B-B327-327ED1697DDB}" dt="2023-07-29T04:31:30.046" v="268" actId="21"/>
          <ac:grpSpMkLst>
            <pc:docMk/>
            <pc:sldMk cId="982572321" sldId="256"/>
            <ac:grpSpMk id="13" creationId="{55F61339-73F8-ECD8-537C-11A659428277}"/>
          </ac:grpSpMkLst>
        </pc:grpChg>
        <pc:grpChg chg="add del mod">
          <ac:chgData name="현진 김" userId="75745d21e3536c0a" providerId="LiveId" clId="{A77A5932-6348-424B-B327-327ED1697DDB}" dt="2023-07-29T04:18:55.951" v="115" actId="21"/>
          <ac:grpSpMkLst>
            <pc:docMk/>
            <pc:sldMk cId="982572321" sldId="256"/>
            <ac:grpSpMk id="13" creationId="{757C88F9-9D10-7352-4005-70638823FF82}"/>
          </ac:grpSpMkLst>
        </pc:grpChg>
        <pc:grpChg chg="add del mod">
          <ac:chgData name="현진 김" userId="75745d21e3536c0a" providerId="LiveId" clId="{A77A5932-6348-424B-B327-327ED1697DDB}" dt="2023-07-29T05:16:24.832" v="694" actId="21"/>
          <ac:grpSpMkLst>
            <pc:docMk/>
            <pc:sldMk cId="982572321" sldId="256"/>
            <ac:grpSpMk id="16" creationId="{A202150C-A6F4-BBD1-E191-AD3EDFCF3181}"/>
          </ac:grpSpMkLst>
        </pc:grpChg>
        <pc:grpChg chg="add del mod">
          <ac:chgData name="현진 김" userId="75745d21e3536c0a" providerId="LiveId" clId="{A77A5932-6348-424B-B327-327ED1697DDB}" dt="2023-07-29T04:16:07.849" v="79" actId="21"/>
          <ac:grpSpMkLst>
            <pc:docMk/>
            <pc:sldMk cId="982572321" sldId="256"/>
            <ac:grpSpMk id="19" creationId="{7B4B8B33-4995-5F29-BD6D-105FE9DFCFEF}"/>
          </ac:grpSpMkLst>
        </pc:grpChg>
        <pc:grpChg chg="add del mod">
          <ac:chgData name="현진 김" userId="75745d21e3536c0a" providerId="LiveId" clId="{A77A5932-6348-424B-B327-327ED1697DDB}" dt="2023-07-29T04:20:57.632" v="140" actId="21"/>
          <ac:grpSpMkLst>
            <pc:docMk/>
            <pc:sldMk cId="982572321" sldId="256"/>
            <ac:grpSpMk id="20" creationId="{399776BF-DD30-F55F-FC32-04FF10CB08CF}"/>
          </ac:grpSpMkLst>
        </pc:grpChg>
        <pc:grpChg chg="add del mod">
          <ac:chgData name="현진 김" userId="75745d21e3536c0a" providerId="LiveId" clId="{A77A5932-6348-424B-B327-327ED1697DDB}" dt="2023-07-29T04:34:28.340" v="299" actId="21"/>
          <ac:grpSpMkLst>
            <pc:docMk/>
            <pc:sldMk cId="982572321" sldId="256"/>
            <ac:grpSpMk id="23" creationId="{EF2F9368-F0F6-8491-0E26-4D32D705D047}"/>
          </ac:grpSpMkLst>
        </pc:grpChg>
        <pc:grpChg chg="add del mod">
          <ac:chgData name="현진 김" userId="75745d21e3536c0a" providerId="LiveId" clId="{A77A5932-6348-424B-B327-327ED1697DDB}" dt="2023-07-29T04:27:12.352" v="219" actId="21"/>
          <ac:grpSpMkLst>
            <pc:docMk/>
            <pc:sldMk cId="982572321" sldId="256"/>
            <ac:grpSpMk id="31" creationId="{2CBE7656-60D5-D435-8C50-7E8972603691}"/>
          </ac:grpSpMkLst>
        </pc:grpChg>
        <pc:grpChg chg="add del mod">
          <ac:chgData name="현진 김" userId="75745d21e3536c0a" providerId="LiveId" clId="{A77A5932-6348-424B-B327-327ED1697DDB}" dt="2023-07-29T04:38:48.609" v="358" actId="21"/>
          <ac:grpSpMkLst>
            <pc:docMk/>
            <pc:sldMk cId="982572321" sldId="256"/>
            <ac:grpSpMk id="38" creationId="{5B2186A4-3666-41B7-196E-C872E939C9F7}"/>
          </ac:grpSpMkLst>
        </pc:grpChg>
        <pc:grpChg chg="add del mod">
          <ac:chgData name="현진 김" userId="75745d21e3536c0a" providerId="LiveId" clId="{A77A5932-6348-424B-B327-327ED1697DDB}" dt="2023-07-29T05:08:25.928" v="625" actId="21"/>
          <ac:grpSpMkLst>
            <pc:docMk/>
            <pc:sldMk cId="982572321" sldId="256"/>
            <ac:grpSpMk id="91" creationId="{044E2816-E72A-90F9-E5AC-0AC1AA40F406}"/>
          </ac:grpSpMkLst>
        </pc:grp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3" creationId="{787B0AA1-6C35-474E-56C9-48A4C87DB03C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3" creationId="{D1236CF2-6440-756D-33E9-B746E6EF2C5B}"/>
          </ac:picMkLst>
        </pc:picChg>
        <pc:picChg chg="add mod">
          <ac:chgData name="현진 김" userId="75745d21e3536c0a" providerId="LiveId" clId="{A77A5932-6348-424B-B327-327ED1697DDB}" dt="2023-07-29T04:31:29.471" v="267" actId="164"/>
          <ac:picMkLst>
            <pc:docMk/>
            <pc:sldMk cId="982572321" sldId="256"/>
            <ac:picMk id="3" creationId="{D791DCFB-006A-6077-A58C-6E779EC62F87}"/>
          </ac:picMkLst>
        </pc:picChg>
        <pc:picChg chg="add mod">
          <ac:chgData name="현진 김" userId="75745d21e3536c0a" providerId="LiveId" clId="{A77A5932-6348-424B-B327-327ED1697DDB}" dt="2023-07-29T04:18:55.359" v="114" actId="164"/>
          <ac:picMkLst>
            <pc:docMk/>
            <pc:sldMk cId="982572321" sldId="256"/>
            <ac:picMk id="3" creationId="{DEEF212A-AF69-F904-01AB-F77F5560CFB6}"/>
          </ac:picMkLst>
        </pc:picChg>
        <pc:picChg chg="add mod">
          <ac:chgData name="현진 김" userId="75745d21e3536c0a" providerId="LiveId" clId="{A77A5932-6348-424B-B327-327ED1697DDB}" dt="2023-07-29T05:55:44.168" v="699" actId="164"/>
          <ac:picMkLst>
            <pc:docMk/>
            <pc:sldMk cId="982572321" sldId="256"/>
            <ac:picMk id="3" creationId="{F9EA04DB-583A-D905-05DD-64EE3047059C}"/>
          </ac:picMkLst>
        </pc:picChg>
        <pc:picChg chg="add mod">
          <ac:chgData name="현진 김" userId="75745d21e3536c0a" providerId="LiveId" clId="{A77A5932-6348-424B-B327-327ED1697DDB}" dt="2023-07-29T05:55:44.168" v="699" actId="164"/>
          <ac:picMkLst>
            <pc:docMk/>
            <pc:sldMk cId="982572321" sldId="256"/>
            <ac:picMk id="5" creationId="{0481A1F4-2B02-5BA9-446D-0E961A01067B}"/>
          </ac:picMkLst>
        </pc:picChg>
        <pc:picChg chg="add mod">
          <ac:chgData name="현진 김" userId="75745d21e3536c0a" providerId="LiveId" clId="{A77A5932-6348-424B-B327-327ED1697DDB}" dt="2023-07-29T04:18:55.359" v="114" actId="164"/>
          <ac:picMkLst>
            <pc:docMk/>
            <pc:sldMk cId="982572321" sldId="256"/>
            <ac:picMk id="5" creationId="{17EF70B4-F912-5513-BC09-1EC1C42A84AF}"/>
          </ac:picMkLst>
        </pc:picChg>
        <pc:picChg chg="mod">
          <ac:chgData name="현진 김" userId="75745d21e3536c0a" providerId="LiveId" clId="{A77A5932-6348-424B-B327-327ED1697DDB}" dt="2023-07-29T04:10:31.669" v="22" actId="164"/>
          <ac:picMkLst>
            <pc:docMk/>
            <pc:sldMk cId="982572321" sldId="256"/>
            <ac:picMk id="5" creationId="{83F0942F-9943-D78E-F2FB-6A37E1918E0C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5" creationId="{C203EE4D-7707-9248-A866-1A57B2580912}"/>
          </ac:picMkLst>
        </pc:picChg>
        <pc:picChg chg="add mod">
          <ac:chgData name="현진 김" userId="75745d21e3536c0a" providerId="LiveId" clId="{A77A5932-6348-424B-B327-327ED1697DDB}" dt="2023-07-29T04:31:29.471" v="267" actId="164"/>
          <ac:picMkLst>
            <pc:docMk/>
            <pc:sldMk cId="982572321" sldId="256"/>
            <ac:picMk id="5" creationId="{ECD8C0A6-5F2C-8EC0-F6FD-D27755B99F2E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5" creationId="{F9DCD3E9-0223-BD7E-3D94-233C0BD1A3B2}"/>
          </ac:picMkLst>
        </pc:picChg>
        <pc:picChg chg="add mod">
          <ac:chgData name="현진 김" userId="75745d21e3536c0a" providerId="LiveId" clId="{A77A5932-6348-424B-B327-327ED1697DDB}" dt="2023-07-29T04:31:29.471" v="267" actId="164"/>
          <ac:picMkLst>
            <pc:docMk/>
            <pc:sldMk cId="982572321" sldId="256"/>
            <ac:picMk id="6" creationId="{0338F447-E46B-66A5-3142-4348E12346FE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6" creationId="{1A1FD458-2EE1-3651-3B1C-D289D170CC72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7" creationId="{1162934B-FE97-6E9C-2092-5452C433432D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7" creationId="{28B666BD-B3FD-109F-1B02-799966A9E90A}"/>
          </ac:picMkLst>
        </pc:picChg>
        <pc:picChg chg="add mod">
          <ac:chgData name="현진 김" userId="75745d21e3536c0a" providerId="LiveId" clId="{A77A5932-6348-424B-B327-327ED1697DDB}" dt="2023-07-29T04:18:55.359" v="114" actId="164"/>
          <ac:picMkLst>
            <pc:docMk/>
            <pc:sldMk cId="982572321" sldId="256"/>
            <ac:picMk id="7" creationId="{65591EFB-52A3-A9CE-77F7-E3CD70FC731A}"/>
          </ac:picMkLst>
        </pc:picChg>
        <pc:picChg chg="mod">
          <ac:chgData name="현진 김" userId="75745d21e3536c0a" providerId="LiveId" clId="{A77A5932-6348-424B-B327-327ED1697DDB}" dt="2023-07-29T04:10:31.669" v="22" actId="164"/>
          <ac:picMkLst>
            <pc:docMk/>
            <pc:sldMk cId="982572321" sldId="256"/>
            <ac:picMk id="7" creationId="{814EA3D2-AE81-7614-F7A5-19ED268A2C04}"/>
          </ac:picMkLst>
        </pc:picChg>
        <pc:picChg chg="add mod">
          <ac:chgData name="현진 김" userId="75745d21e3536c0a" providerId="LiveId" clId="{A77A5932-6348-424B-B327-327ED1697DDB}" dt="2023-07-29T04:31:29.471" v="267" actId="164"/>
          <ac:picMkLst>
            <pc:docMk/>
            <pc:sldMk cId="982572321" sldId="256"/>
            <ac:picMk id="7" creationId="{9897D96F-8B2B-5628-0DC3-B3BDFD389573}"/>
          </ac:picMkLst>
        </pc:picChg>
        <pc:picChg chg="add mod">
          <ac:chgData name="현진 김" userId="75745d21e3536c0a" providerId="LiveId" clId="{A77A5932-6348-424B-B327-327ED1697DDB}" dt="2023-07-29T04:10:31.669" v="22" actId="164"/>
          <ac:picMkLst>
            <pc:docMk/>
            <pc:sldMk cId="982572321" sldId="256"/>
            <ac:picMk id="8" creationId="{0257D344-BD7F-CD13-00FB-7AF236A06EF4}"/>
          </ac:picMkLst>
        </pc:picChg>
        <pc:picChg chg="add mod">
          <ac:chgData name="현진 김" userId="75745d21e3536c0a" providerId="LiveId" clId="{A77A5932-6348-424B-B327-327ED1697DDB}" dt="2023-07-29T04:31:29.471" v="267" actId="164"/>
          <ac:picMkLst>
            <pc:docMk/>
            <pc:sldMk cId="982572321" sldId="256"/>
            <ac:picMk id="8" creationId="{0432440B-2A6A-6551-2EBA-55A007A73C68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8" creationId="{9661AB37-96B9-9892-E41E-762F20D25069}"/>
          </ac:picMkLst>
        </pc:picChg>
        <pc:picChg chg="add mod">
          <ac:chgData name="현진 김" userId="75745d21e3536c0a" providerId="LiveId" clId="{A77A5932-6348-424B-B327-327ED1697DDB}" dt="2023-07-29T04:31:29.471" v="267" actId="164"/>
          <ac:picMkLst>
            <pc:docMk/>
            <pc:sldMk cId="982572321" sldId="256"/>
            <ac:picMk id="9" creationId="{11BB4496-D203-BEFA-C323-47C136BB0630}"/>
          </ac:picMkLst>
        </pc:picChg>
        <pc:picChg chg="add mod">
          <ac:chgData name="현진 김" userId="75745d21e3536c0a" providerId="LiveId" clId="{A77A5932-6348-424B-B327-327ED1697DDB}" dt="2023-07-29T04:10:31.669" v="22" actId="164"/>
          <ac:picMkLst>
            <pc:docMk/>
            <pc:sldMk cId="982572321" sldId="256"/>
            <ac:picMk id="9" creationId="{B3D8C778-52BC-50C3-9C02-FCC733C3519A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9" creationId="{ED03A415-12A9-75C5-9C0F-F1F72AD62933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9" creationId="{EE11A6BE-B2E1-9E95-3D80-FCA03F4DC586}"/>
          </ac:picMkLst>
        </pc:picChg>
        <pc:picChg chg="add mod">
          <ac:chgData name="현진 김" userId="75745d21e3536c0a" providerId="LiveId" clId="{A77A5932-6348-424B-B327-327ED1697DDB}" dt="2023-07-29T04:18:55.359" v="114" actId="164"/>
          <ac:picMkLst>
            <pc:docMk/>
            <pc:sldMk cId="982572321" sldId="256"/>
            <ac:picMk id="9" creationId="{FA9F9BC6-D583-E763-9C3B-8110D099CA42}"/>
          </ac:picMkLst>
        </pc:picChg>
        <pc:picChg chg="add mod">
          <ac:chgData name="현진 김" userId="75745d21e3536c0a" providerId="LiveId" clId="{A77A5932-6348-424B-B327-327ED1697DDB}" dt="2023-07-29T04:31:29.471" v="267" actId="164"/>
          <ac:picMkLst>
            <pc:docMk/>
            <pc:sldMk cId="982572321" sldId="256"/>
            <ac:picMk id="10" creationId="{0DE20FD5-9363-BC0D-0EFE-B1DB3D2871AA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10" creationId="{4CFCDD95-16CD-855D-3FB5-C5C1EDA96EC5}"/>
          </ac:picMkLst>
        </pc:picChg>
        <pc:picChg chg="add mod">
          <ac:chgData name="현진 김" userId="75745d21e3536c0a" providerId="LiveId" clId="{A77A5932-6348-424B-B327-327ED1697DDB}" dt="2023-07-29T04:18:55.359" v="114" actId="164"/>
          <ac:picMkLst>
            <pc:docMk/>
            <pc:sldMk cId="982572321" sldId="256"/>
            <ac:picMk id="10" creationId="{7F353CDD-E2BA-CE85-75C4-BFEEE170F592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11" creationId="{18475F02-9758-6A8A-EC8B-4BD4B61A91DB}"/>
          </ac:picMkLst>
        </pc:picChg>
        <pc:picChg chg="add mod">
          <ac:chgData name="현진 김" userId="75745d21e3536c0a" providerId="LiveId" clId="{A77A5932-6348-424B-B327-327ED1697DDB}" dt="2023-07-29T04:18:55.359" v="114" actId="164"/>
          <ac:picMkLst>
            <pc:docMk/>
            <pc:sldMk cId="982572321" sldId="256"/>
            <ac:picMk id="11" creationId="{553368CA-01D1-33F4-0637-F624FA855250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11" creationId="{C081942D-7805-676B-8F09-25C9034DCCB5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12" creationId="{445E9F37-D8C3-A7CA-6730-9E2B40B21D8E}"/>
          </ac:picMkLst>
        </pc:picChg>
        <pc:picChg chg="add mod">
          <ac:chgData name="현진 김" userId="75745d21e3536c0a" providerId="LiveId" clId="{A77A5932-6348-424B-B327-327ED1697DDB}" dt="2023-07-29T04:31:29.471" v="267" actId="164"/>
          <ac:picMkLst>
            <pc:docMk/>
            <pc:sldMk cId="982572321" sldId="256"/>
            <ac:picMk id="12" creationId="{BFB0FC5F-99C2-66CD-68E7-6AE1A8B367D1}"/>
          </ac:picMkLst>
        </pc:picChg>
        <pc:picChg chg="add mod">
          <ac:chgData name="현진 김" userId="75745d21e3536c0a" providerId="LiveId" clId="{A77A5932-6348-424B-B327-327ED1697DDB}" dt="2023-07-29T04:18:55.359" v="114" actId="164"/>
          <ac:picMkLst>
            <pc:docMk/>
            <pc:sldMk cId="982572321" sldId="256"/>
            <ac:picMk id="12" creationId="{C889C887-A3DB-274B-DCE8-40B1BD02028F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13" creationId="{48117CF2-33CE-C07D-B024-FDB6C0309DA1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13" creationId="{743B06B4-2AD9-A73D-B669-C0B580D04AD6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14" creationId="{7FC06D28-6D2E-D2EA-61C4-C95919C171F4}"/>
          </ac:picMkLst>
        </pc:picChg>
        <pc:picChg chg="add mod">
          <ac:chgData name="현진 김" userId="75745d21e3536c0a" providerId="LiveId" clId="{A77A5932-6348-424B-B327-327ED1697DDB}" dt="2023-07-29T04:34:27.553" v="298" actId="164"/>
          <ac:picMkLst>
            <pc:docMk/>
            <pc:sldMk cId="982572321" sldId="256"/>
            <ac:picMk id="15" creationId="{13E1820E-5021-3158-6EB1-8AA5A91265B2}"/>
          </ac:picMkLst>
        </pc:picChg>
        <pc:picChg chg="add mod">
          <ac:chgData name="현진 김" userId="75745d21e3536c0a" providerId="LiveId" clId="{A77A5932-6348-424B-B327-327ED1697DDB}" dt="2023-07-29T04:20:57.011" v="139" actId="164"/>
          <ac:picMkLst>
            <pc:docMk/>
            <pc:sldMk cId="982572321" sldId="256"/>
            <ac:picMk id="15" creationId="{7E9300EA-EDF8-1233-F9BC-AD123181E4FB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15" creationId="{87EB7C13-C099-DCC7-5077-85BE6CD0AA93}"/>
          </ac:picMkLst>
        </pc:picChg>
        <pc:picChg chg="add mod">
          <ac:chgData name="현진 김" userId="75745d21e3536c0a" providerId="LiveId" clId="{A77A5932-6348-424B-B327-327ED1697DDB}" dt="2023-07-29T05:16:23.479" v="693" actId="164"/>
          <ac:picMkLst>
            <pc:docMk/>
            <pc:sldMk cId="982572321" sldId="256"/>
            <ac:picMk id="15" creationId="{9104DA02-D9C3-422B-2BA1-0704653EEC42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16" creationId="{D047077E-E828-15E1-9283-4D2D2FBF8FD9}"/>
          </ac:picMkLst>
        </pc:picChg>
        <pc:picChg chg="add mod">
          <ac:chgData name="현진 김" userId="75745d21e3536c0a" providerId="LiveId" clId="{A77A5932-6348-424B-B327-327ED1697DDB}" dt="2023-07-29T04:20:57.011" v="139" actId="164"/>
          <ac:picMkLst>
            <pc:docMk/>
            <pc:sldMk cId="982572321" sldId="256"/>
            <ac:picMk id="17" creationId="{EEA8673A-B0B3-6446-11A3-8A0C15D1BE86}"/>
          </ac:picMkLst>
        </pc:picChg>
        <pc:picChg chg="add mod">
          <ac:chgData name="현진 김" userId="75745d21e3536c0a" providerId="LiveId" clId="{A77A5932-6348-424B-B327-327ED1697DDB}" dt="2023-07-29T04:34:27.553" v="298" actId="164"/>
          <ac:picMkLst>
            <pc:docMk/>
            <pc:sldMk cId="982572321" sldId="256"/>
            <ac:picMk id="17" creationId="{F27FD9AA-D236-A6A3-2C49-218FEC19495F}"/>
          </ac:picMkLst>
        </pc:picChg>
        <pc:picChg chg="add mod">
          <ac:chgData name="현진 김" userId="75745d21e3536c0a" providerId="LiveId" clId="{A77A5932-6348-424B-B327-327ED1697DDB}" dt="2023-07-29T04:16:07.166" v="78" actId="164"/>
          <ac:picMkLst>
            <pc:docMk/>
            <pc:sldMk cId="982572321" sldId="256"/>
            <ac:picMk id="18" creationId="{2658CA7A-802D-A1DC-325E-ECCB9547F865}"/>
          </ac:picMkLst>
        </pc:picChg>
        <pc:picChg chg="add mod">
          <ac:chgData name="현진 김" userId="75745d21e3536c0a" providerId="LiveId" clId="{A77A5932-6348-424B-B327-327ED1697DDB}" dt="2023-07-29T04:20:57.011" v="139" actId="164"/>
          <ac:picMkLst>
            <pc:docMk/>
            <pc:sldMk cId="982572321" sldId="256"/>
            <ac:picMk id="18" creationId="{5E9A37CD-F4FB-BE3A-72D1-D90A60648FB0}"/>
          </ac:picMkLst>
        </pc:picChg>
        <pc:picChg chg="add mod">
          <ac:chgData name="현진 김" userId="75745d21e3536c0a" providerId="LiveId" clId="{A77A5932-6348-424B-B327-327ED1697DDB}" dt="2023-07-29T04:20:57.011" v="139" actId="164"/>
          <ac:picMkLst>
            <pc:docMk/>
            <pc:sldMk cId="982572321" sldId="256"/>
            <ac:picMk id="19" creationId="{4ED5B18C-4C33-5019-C5D6-DF6C6A99B7E9}"/>
          </ac:picMkLst>
        </pc:picChg>
        <pc:picChg chg="add mod">
          <ac:chgData name="현진 김" userId="75745d21e3536c0a" providerId="LiveId" clId="{A77A5932-6348-424B-B327-327ED1697DDB}" dt="2023-07-29T04:34:27.553" v="298" actId="164"/>
          <ac:picMkLst>
            <pc:docMk/>
            <pc:sldMk cId="982572321" sldId="256"/>
            <ac:picMk id="19" creationId="{6B1809A0-889B-C8D7-C5A2-3D81C3534335}"/>
          </ac:picMkLst>
        </pc:picChg>
        <pc:picChg chg="add mod">
          <ac:chgData name="현진 김" userId="75745d21e3536c0a" providerId="LiveId" clId="{A77A5932-6348-424B-B327-327ED1697DDB}" dt="2023-07-29T04:34:27.553" v="298" actId="164"/>
          <ac:picMkLst>
            <pc:docMk/>
            <pc:sldMk cId="982572321" sldId="256"/>
            <ac:picMk id="20" creationId="{FE42C95A-BEB2-8B45-7845-A2A2AE86A60C}"/>
          </ac:picMkLst>
        </pc:picChg>
        <pc:picChg chg="add mod">
          <ac:chgData name="현진 김" userId="75745d21e3536c0a" providerId="LiveId" clId="{A77A5932-6348-424B-B327-327ED1697DDB}" dt="2023-07-29T04:34:27.553" v="298" actId="164"/>
          <ac:picMkLst>
            <pc:docMk/>
            <pc:sldMk cId="982572321" sldId="256"/>
            <ac:picMk id="21" creationId="{A03A815A-FA86-7ECA-5B89-500CEC1A637D}"/>
          </ac:picMkLst>
        </pc:picChg>
        <pc:picChg chg="add mod">
          <ac:chgData name="현진 김" userId="75745d21e3536c0a" providerId="LiveId" clId="{A77A5932-6348-424B-B327-327ED1697DDB}" dt="2023-07-29T04:34:27.553" v="298" actId="164"/>
          <ac:picMkLst>
            <pc:docMk/>
            <pc:sldMk cId="982572321" sldId="256"/>
            <ac:picMk id="22" creationId="{1F63EE16-28AB-941D-13C6-CDABC3241AD3}"/>
          </ac:picMkLst>
        </pc:picChg>
        <pc:picChg chg="add mod">
          <ac:chgData name="현진 김" userId="75745d21e3536c0a" providerId="LiveId" clId="{A77A5932-6348-424B-B327-327ED1697DDB}" dt="2023-07-29T04:27:11.887" v="218" actId="164"/>
          <ac:picMkLst>
            <pc:docMk/>
            <pc:sldMk cId="982572321" sldId="256"/>
            <ac:picMk id="22" creationId="{3BE8A5D0-A0B1-1697-E38F-2B24208AD175}"/>
          </ac:picMkLst>
        </pc:picChg>
        <pc:picChg chg="add mod modCrop">
          <ac:chgData name="현진 김" userId="75745d21e3536c0a" providerId="LiveId" clId="{A77A5932-6348-424B-B327-327ED1697DDB}" dt="2023-07-29T04:27:11.887" v="218" actId="164"/>
          <ac:picMkLst>
            <pc:docMk/>
            <pc:sldMk cId="982572321" sldId="256"/>
            <ac:picMk id="24" creationId="{48811F90-F5D0-7E84-680E-3F6F8573221E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25" creationId="{868C2F56-4F1C-23C6-EFD4-D3EBE4168B33}"/>
          </ac:picMkLst>
        </pc:picChg>
        <pc:picChg chg="add del">
          <ac:chgData name="현진 김" userId="75745d21e3536c0a" providerId="LiveId" clId="{A77A5932-6348-424B-B327-327ED1697DDB}" dt="2023-07-29T04:24:50.521" v="152" actId="22"/>
          <ac:picMkLst>
            <pc:docMk/>
            <pc:sldMk cId="982572321" sldId="256"/>
            <ac:picMk id="26" creationId="{2AF5BDC8-6DA2-31C2-C32A-52EE7D0A158F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27" creationId="{150FBD2A-FF28-C44C-75E0-6A465BD9EB45}"/>
          </ac:picMkLst>
        </pc:picChg>
        <pc:picChg chg="add mod">
          <ac:chgData name="현진 김" userId="75745d21e3536c0a" providerId="LiveId" clId="{A77A5932-6348-424B-B327-327ED1697DDB}" dt="2023-07-29T04:27:11.887" v="218" actId="164"/>
          <ac:picMkLst>
            <pc:docMk/>
            <pc:sldMk cId="982572321" sldId="256"/>
            <ac:picMk id="27" creationId="{549E103B-DCA0-8F18-AE24-68CDB7F5D155}"/>
          </ac:picMkLst>
        </pc:picChg>
        <pc:picChg chg="add mod">
          <ac:chgData name="현진 김" userId="75745d21e3536c0a" providerId="LiveId" clId="{A77A5932-6348-424B-B327-327ED1697DDB}" dt="2023-07-29T04:27:11.887" v="218" actId="164"/>
          <ac:picMkLst>
            <pc:docMk/>
            <pc:sldMk cId="982572321" sldId="256"/>
            <ac:picMk id="28" creationId="{D9788ED1-0DA2-B76C-9CDF-728452EE389C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29" creationId="{71D0EC18-6C24-6753-4B5E-C3FBB5757415}"/>
          </ac:picMkLst>
        </pc:picChg>
        <pc:picChg chg="add mod">
          <ac:chgData name="현진 김" userId="75745d21e3536c0a" providerId="LiveId" clId="{A77A5932-6348-424B-B327-327ED1697DDB}" dt="2023-07-29T04:27:11.887" v="218" actId="164"/>
          <ac:picMkLst>
            <pc:docMk/>
            <pc:sldMk cId="982572321" sldId="256"/>
            <ac:picMk id="29" creationId="{7C9D1E21-8FD8-D45E-6230-5FE1764491BC}"/>
          </ac:picMkLst>
        </pc:picChg>
        <pc:picChg chg="add mod">
          <ac:chgData name="현진 김" userId="75745d21e3536c0a" providerId="LiveId" clId="{A77A5932-6348-424B-B327-327ED1697DDB}" dt="2023-07-29T04:27:11.887" v="218" actId="164"/>
          <ac:picMkLst>
            <pc:docMk/>
            <pc:sldMk cId="982572321" sldId="256"/>
            <ac:picMk id="30" creationId="{265D184D-E898-6D3A-9CFB-C43C419AD0B1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31" creationId="{2940754F-ACFC-E4D4-D204-759AED33973E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32" creationId="{4CB69373-498A-7157-227C-1CD8CE43A84B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33" creationId="{5E86C9B5-E558-18B1-6895-AA1BFC5BD7D7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34" creationId="{3930084E-8033-8CD9-3421-6E54DC02EC0D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35" creationId="{0E8AD5F7-9EBD-A8DF-2CDE-7BBA8C2133FD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36" creationId="{69D4D80B-75E9-CAEC-6ADE-89A3F8D6C905}"/>
          </ac:picMkLst>
        </pc:picChg>
        <pc:picChg chg="add mod">
          <ac:chgData name="현진 김" userId="75745d21e3536c0a" providerId="LiveId" clId="{A77A5932-6348-424B-B327-327ED1697DDB}" dt="2023-07-29T04:38:48.036" v="357" actId="164"/>
          <ac:picMkLst>
            <pc:docMk/>
            <pc:sldMk cId="982572321" sldId="256"/>
            <ac:picMk id="37" creationId="{618A2643-AF32-BAA3-94E2-8DE8A25F0BDB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40" creationId="{14B3C39B-2F28-7D5F-B7BE-E45DB17CCEE0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42" creationId="{DFA82C5E-D370-9834-C931-2131E067B2C0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43" creationId="{7802068F-2C51-7F03-6694-252F88F83540}"/>
          </ac:picMkLst>
        </pc:picChg>
        <pc:picChg chg="add del mod">
          <ac:chgData name="현진 김" userId="75745d21e3536c0a" providerId="LiveId" clId="{A77A5932-6348-424B-B327-327ED1697DDB}" dt="2023-07-29T04:42:22.855" v="379" actId="478"/>
          <ac:picMkLst>
            <pc:docMk/>
            <pc:sldMk cId="982572321" sldId="256"/>
            <ac:picMk id="44" creationId="{987E9277-D826-EFFC-3DDE-C9F93EE8464A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46" creationId="{127D05D8-DE3C-DA20-B2DC-C0DE75B1A5E7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48" creationId="{43DEA247-80A8-DD8C-9383-3405544D70C9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50" creationId="{CDF61215-CB5B-E938-AB69-3BA9B68A717D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51" creationId="{B0CF1848-55A4-26C9-0659-3F0975BD794D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53" creationId="{B4BACE32-067A-CD22-8F08-DE1D46E2B01A}"/>
          </ac:picMkLst>
        </pc:picChg>
        <pc:picChg chg="add mod">
          <ac:chgData name="현진 김" userId="75745d21e3536c0a" providerId="LiveId" clId="{A77A5932-6348-424B-B327-327ED1697DDB}" dt="2023-07-29T04:43:33.504" v="414" actId="571"/>
          <ac:picMkLst>
            <pc:docMk/>
            <pc:sldMk cId="982572321" sldId="256"/>
            <ac:picMk id="54" creationId="{19248A72-DCB7-56E4-0D49-3B6E03B3D837}"/>
          </ac:picMkLst>
        </pc:picChg>
        <pc:picChg chg="add mod">
          <ac:chgData name="현진 김" userId="75745d21e3536c0a" providerId="LiveId" clId="{A77A5932-6348-424B-B327-327ED1697DDB}" dt="2023-07-29T04:43:33.498" v="413" actId="571"/>
          <ac:picMkLst>
            <pc:docMk/>
            <pc:sldMk cId="982572321" sldId="256"/>
            <ac:picMk id="55" creationId="{427B0E95-66F5-F469-9E37-6F7FEDB37D46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57" creationId="{4826BB90-9CE8-6131-3E38-D92744B1AFB1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59" creationId="{3BA6E927-76B7-26FE-4710-163502FE210B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0" creationId="{436631F0-E8EC-5218-12AE-8BDAA900A1EE}"/>
          </ac:picMkLst>
        </pc:picChg>
        <pc:picChg chg="add del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1" creationId="{ACCACE06-2E9E-8A11-A76F-D1694DF37DE1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2" creationId="{036B42AA-D8CF-5B9D-3161-60B527FA1335}"/>
          </ac:picMkLst>
        </pc:picChg>
        <pc:picChg chg="add del mod">
          <ac:chgData name="현진 김" userId="75745d21e3536c0a" providerId="LiveId" clId="{A77A5932-6348-424B-B327-327ED1697DDB}" dt="2023-07-29T04:45:09.056" v="448"/>
          <ac:picMkLst>
            <pc:docMk/>
            <pc:sldMk cId="982572321" sldId="256"/>
            <ac:picMk id="63" creationId="{0E0CF688-2453-A40D-09FE-1121B0999E76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4" creationId="{A6AC9190-0D00-43A8-B61E-770891962E07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5" creationId="{6F8241D6-D763-13AF-1A8A-80CCFEE98F21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6" creationId="{921FC982-2CF8-9C60-F1DA-674BD90A2059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7" creationId="{85641C9C-B687-5633-5170-E1B5F89C9954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8" creationId="{C6846D2E-C902-E7C8-E5C7-6DC2B014BBF9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69" creationId="{F275F514-BB64-0F0C-7356-206351E54D51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70" creationId="{FF4DF399-93AB-A07C-6541-23B8E2904FBF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71" creationId="{DC698528-FDDD-88FC-99F2-E22A9CC2F42C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72" creationId="{C7F1DB2D-B4FB-BF1E-BB14-15DCEA0B7EBD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73" creationId="{0AFBD818-2C36-031E-545B-CFFE7059106B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74" creationId="{7FE8C3AF-0725-8C57-E1F7-CC7B60D0C8FA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75" creationId="{3293D94F-299A-0C79-D879-B451CBBE57D5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77" creationId="{331FCA41-E316-5D27-C249-89DDF70074A5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79" creationId="{CECD5ECA-D81C-EE13-EDEA-67DB97ABF4F1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1" creationId="{21F37240-2CC1-ACBB-3CE0-299963099FF3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2" creationId="{AA14DAC0-1A4F-866A-0A80-98F49C302AE7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3" creationId="{B7B96D9C-F5E6-2CEF-AEE4-ACB76AB2E06C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4" creationId="{4579FAE7-E48C-B40E-97DF-6DE2196F8D68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5" creationId="{1A74DE06-7B74-A335-A8CF-4A69D43CA744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6" creationId="{40DDD4B9-0654-ABC7-D182-43E242133F8C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7" creationId="{4BE52E96-1591-3972-940F-FB240AD53BFC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8" creationId="{8E6AA992-E8EC-DAD1-6ED2-65C21E5AED4A}"/>
          </ac:picMkLst>
        </pc:picChg>
        <pc:picChg chg="add del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89" creationId="{D8BFAF4D-FBAF-A868-FD4E-2A3BA541F0A1}"/>
          </ac:picMkLst>
        </pc:picChg>
        <pc:picChg chg="add mod">
          <ac:chgData name="현진 김" userId="75745d21e3536c0a" providerId="LiveId" clId="{A77A5932-6348-424B-B327-327ED1697DDB}" dt="2023-07-29T05:08:25.295" v="624" actId="164"/>
          <ac:picMkLst>
            <pc:docMk/>
            <pc:sldMk cId="982572321" sldId="256"/>
            <ac:picMk id="90" creationId="{4C140EBD-3413-40D3-BC2C-F36E5A5362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2743F-DFF2-525F-BE11-54CAE12EC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ACF7D3-8905-ACEB-AE3A-FCD05428A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0B4D46-E376-9BFB-A0A6-CD749AE03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6F54AE-6841-A369-0CDC-AD50501A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196F23-3BA3-9A1D-B4A3-29743476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96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68989-2F4F-1F24-935A-CE11BE71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F8BFB-DB6E-AA6A-0FD2-048DE7181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E73D96-580E-1B48-0EDB-AF4E22B0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0885E-8410-A03B-C3AC-F5E98D3D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77BB94-7806-B0E1-DA83-1609D530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78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490F7-203B-A2F4-2042-A8524BB12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09E555-B3FB-64BD-4068-D28F9585E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FB4392-54DF-4DBF-B085-81F04525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E7FEA-BF13-2AC0-BAC8-D7535DB66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92E18E-A756-07A4-6E9F-AE1A0EF4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2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FDC90-E2EC-DE6B-E828-AD561E9E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B6F5B-4252-6173-8F20-E0C9F6915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3904E-988D-8D8A-43A2-4DBB73E3B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18F48C-02FF-5EF8-3B36-69543762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6AFC82-DB96-4C5F-AB35-6360F913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EA431D-EFCE-E2D0-350A-FC8A4155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304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70DFD-7C74-2A84-C87F-C828BABE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90327E-FD77-33BF-6BB1-B4DC1AF46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B03C75-3AB7-BDCD-1F87-D467E8EEA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F8D261-FA13-1073-8095-0D6EFE5E2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4BBAF5-168E-780F-A0C3-B18CFD481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CA5525-4012-9BC1-505F-8EC5DE10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4992F4-3385-B021-D144-91EBAA7A7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6BA8DC-0306-3D9D-A22B-98D25F44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79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38FBE-0B42-F5D9-A153-74F1FD064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9428EB-1221-2EE8-6DF5-F525C0DB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F2A150-C298-E5E3-B6B8-7E0225DF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99E174-B91A-6780-5193-5822ECF8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0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E4E35C4-4D54-FC19-7D41-094A79D3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9FBB3E-82BA-254D-28D3-8262B142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D5033-F6FA-C75D-17F2-A1BB6913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59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74C07-1EC0-2033-F5A8-833F0E39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1D5D2-A3AD-BA48-F531-D010D3C3D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F72895-E4EE-E5C6-F33E-1B85C832B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23DBF-F072-E3C8-484A-1D75F43D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702848-A99A-6357-1417-4395FCD2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AB9B45-4E2C-D46C-26E6-2E9A26019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521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B9A606-81BF-BC6F-43F5-E3B59D49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663E24-A263-71C8-52BA-899313F79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41CE35-FD42-DA7F-31FD-1E838360F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9A7AD7-C2D4-CB72-FBCC-BBB44EC0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82C999-A3D4-EBB9-38A3-536F7378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88F211-5CC0-21A8-C95E-499D8EE3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584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FA62F-89F8-2A2B-52F2-411CA6EB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591BD6-F726-9AD4-CA0A-AFB7E2209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88637A-352B-7A6E-FA2F-6EBA9F64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C9497-4AE7-B0ED-1BAB-13CA4908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2AE88-1F34-E72F-65A8-8CF02F71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55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7B9C3F-69F8-9407-1578-F8FBF00B8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6F3500-22C6-41D8-BBA0-4986147A4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54AF9-58F3-AFF4-7FF7-BBBA7BC9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BADA2D-E951-A455-A1DB-B06F4D73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13F506-AC13-FED4-9D31-94D27909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32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DF29D1-E376-D072-72DC-58FDD218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977BE-BB21-96E1-DA2A-076908E77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6D60A-6A30-B50C-E28D-F42C768EB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DA38E-A2F9-479A-849A-AE750CA1238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F6355C-37F2-686F-12AB-5D367BEB9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D15CCB-CF50-558C-D309-8EAE9802F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EEE2E-EB83-4351-8560-F9616E249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9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57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현진 김</dc:creator>
  <cp:lastModifiedBy>현진 김</cp:lastModifiedBy>
  <cp:revision>1</cp:revision>
  <dcterms:created xsi:type="dcterms:W3CDTF">2023-07-29T04:08:23Z</dcterms:created>
  <dcterms:modified xsi:type="dcterms:W3CDTF">2023-07-29T05:55:52Z</dcterms:modified>
</cp:coreProperties>
</file>