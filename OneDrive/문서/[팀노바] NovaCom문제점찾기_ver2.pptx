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3" r:id="rId5"/>
    <p:sldId id="269" r:id="rId6"/>
    <p:sldId id="270" r:id="rId7"/>
    <p:sldId id="265" r:id="rId8"/>
    <p:sldId id="260" r:id="rId9"/>
    <p:sldId id="261" r:id="rId10"/>
    <p:sldId id="262" r:id="rId11"/>
    <p:sldId id="272" r:id="rId12"/>
    <p:sldId id="266" r:id="rId13"/>
    <p:sldId id="276" r:id="rId14"/>
    <p:sldId id="277" r:id="rId15"/>
    <p:sldId id="267" r:id="rId16"/>
    <p:sldId id="273" r:id="rId17"/>
    <p:sldId id="275" r:id="rId18"/>
    <p:sldId id="271" r:id="rId19"/>
    <p:sldId id="268" r:id="rId20"/>
    <p:sldId id="259" r:id="rId21"/>
    <p:sldId id="278" r:id="rId22"/>
    <p:sldId id="279" r:id="rId23"/>
    <p:sldId id="281" r:id="rId24"/>
    <p:sldId id="28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0391D-2CF1-4E5A-AEA4-9715264D1B25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3E2F9-6A40-4A1E-AAC5-789C2B7B3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65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3E2F9-6A40-4A1E-AAC5-789C2B7B33E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97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2727-0E1A-02BE-CB8F-4DE0A3A6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8B1783-44D2-103B-8A29-763487FCB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2BFCDC-F49F-7BE0-3B11-39C1432A9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8FBDC-FB9D-C597-31A0-E9CF6DD4F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3E2F9-6A40-4A1E-AAC5-789C2B7B33E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32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0E0AA-8901-F199-888F-F1C3ECF23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A8332C-881E-736D-364E-C090390DF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70E334-4B8E-92DA-AFB6-4533B0EB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CC337-784B-4785-96A2-DDFA48212806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8DA7A-C537-88B2-EFF4-E9C503DD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85C726-6BA6-D812-71CB-56F7AE99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6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23004-8AAC-2476-2EB8-DCC67B8F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B81C48-8601-EA03-F6CC-BFC5EFBF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F8DC4-F6D0-9A99-CFDF-5A4C5E55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B5F42-0E79-4080-8A93-69F09A86BE71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3EE07D-07B3-7B5C-3FD5-E71F2C5A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4E14D4-503F-B460-5DDF-F93069C5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55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7F4F9-8BF2-7292-28C1-A389041A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2DF420-FC32-E57A-9BB4-FF3C24DC5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42DDF-13BA-4660-2CAD-67DAEC08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E941-ED02-4100-AA33-87E3257F8F30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4A63F0-2156-047E-BD49-2CE7C9FD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84D4F3-C9EF-63AC-C517-3927592E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59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48282-7CC9-9B8C-0FD6-6AE258C6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BA37B-E8C8-EDFF-1B1E-BB2675FEB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101D0-5EEB-F808-F990-EE83B00F5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F789F8-BEB1-D4BB-6B87-30FFAC5C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C397-E4C5-47FA-909F-65C2FD9DEAE5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D3A426-2B09-D33A-C386-5A7FBB387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CBA0A-05CC-0A24-B8EB-FEF3F66D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91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F82280-FA4F-A17C-8848-59EE555E9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4A69B-BF43-7113-23CD-AD80FD6C1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5BFE4D-CF09-3AAF-DE28-D68590E6D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0F0370-D424-EF76-FB53-186DC718A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631899-7A47-DF1E-2C51-5102B9378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0CBF79-7ADD-EAA8-9FBC-10329404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374A-810B-4EF2-9084-1562E9B6ED84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C88B24-B70E-7594-E145-E951F913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B6447-C627-1968-B0AF-8967326F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32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9E0B1-3914-A2BE-4886-19FD6EDC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AD13AB-6544-A639-FA60-42B40253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86C80-A4AE-4307-8638-34E50189AE8A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1933D6-8763-E6A1-0CBC-555B9015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5F0DA9-DEA2-3EBF-BD41-DABE8978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56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7B36B7-E10C-4F6F-15FE-A2759C71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8A31-5C72-4DCE-92CA-DD3D132D8AFF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986C00-D2C4-AD74-3862-4E86D6541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6FFDE-FDB0-C39D-99C8-B2B4F5AA6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81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9516E-913C-17CB-1367-C1C45E6C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BDF14-5271-B66D-F5F1-534D35DD2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8D1104-82E3-5576-27E2-D1C36E30D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F15058-6BAE-F6D7-7124-C1C702F18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A62F-7CB7-4328-BE94-8F0920866740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3C0B6D-F348-0C97-A862-56E295F9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3D1B74-116C-F908-1325-D040C423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77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012BB-67ED-5094-4FBE-BD1F5D7B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FACAAE-FE9A-4FC6-87F4-2338877C1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54AF43-3EBE-6D3C-BE30-055F3959A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1CC670-907B-C2C6-CAE8-CCB8D1EC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F072-59D3-43D8-83C1-77CAADE177E6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46D04D-D71F-FEE7-6B52-CA23AA7A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106AB3-EDC1-E11A-370D-36E2E8F6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7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EAE6F-86EC-B645-B9DD-953F39CA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092D2D-E084-6E3A-4B0D-A7DF5684D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DCF06-0835-F59F-CC32-44097106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E2651-23F9-4632-9FD3-F4350B2FE332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87367A-83B0-2AE0-8A88-F50411E6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1A594-2C90-36E3-DC34-9FD32FE8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01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0B1AA5-212E-4149-76B8-5A47A7F91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9D4D07-084D-8972-E77A-403328D3C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40D83-F432-D593-6C19-D6B0E432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901F-1444-4C0D-89B1-914F0A0B4FC0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E9CB-5F32-3554-8815-A11EC7D7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BFCE8-E309-783C-760B-1B4C643E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37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C04598-1894-CACE-BA64-21D38890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551826-C800-2086-53FC-4C460642F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CA58C-8617-92FF-0AEF-869244D95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441ED-DBD5-46EA-8766-8057D22B6EDC}" type="datetime1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194CEA-00C7-5B42-2B4E-D61AC06B3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CAA95-CBEC-B055-ABF9-7A97467B5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F44C3-FC3F-4909-A2CE-DFF3FA2382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59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1A169DC0-758D-B462-C15B-D77501A60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017" y="2476189"/>
            <a:ext cx="5928737" cy="394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AF7EEB6-547A-2735-A11B-06F7360BF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32109"/>
            <a:ext cx="6056017" cy="403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18A3C1D-0B86-5661-BF93-DF2F7222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017" y="4320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찾고 해결한 문제점</a:t>
            </a:r>
            <a:br>
              <a:rPr lang="en-US" altLang="ko-KR" dirty="0"/>
            </a:br>
            <a:r>
              <a:rPr lang="en-US" altLang="ko-KR" dirty="0"/>
              <a:t>&amp;</a:t>
            </a:r>
            <a:br>
              <a:rPr lang="en-US" altLang="ko-KR" dirty="0"/>
            </a:br>
            <a:r>
              <a:rPr lang="ko-KR" altLang="en-US" dirty="0"/>
              <a:t>공모전 </a:t>
            </a:r>
            <a:r>
              <a:rPr lang="en-US" altLang="ko-KR" dirty="0"/>
              <a:t>2</a:t>
            </a:r>
            <a:r>
              <a:rPr lang="ko-KR" altLang="en-US" dirty="0"/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7E1BD3-7513-98DD-F712-E7E2F50E1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8240" y="6425920"/>
            <a:ext cx="4683760" cy="432079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팀노바</a:t>
            </a:r>
            <a:r>
              <a:rPr lang="ko-KR" altLang="en-US" dirty="0"/>
              <a:t> 응용 </a:t>
            </a: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     </a:t>
            </a:r>
            <a:r>
              <a:rPr lang="ko-KR" altLang="en-US" dirty="0"/>
              <a:t>김현진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970B95-9DF3-E5CC-9354-B61042C3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2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067A9-5977-6727-3FD3-CF9F31F8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919B27-E04F-D4C0-95D6-07E8D2FC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찾고 해결한 문제점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공모전 </a:t>
            </a:r>
            <a:r>
              <a:rPr lang="en-US" altLang="ko-KR" dirty="0"/>
              <a:t>2</a:t>
            </a:r>
            <a:r>
              <a:rPr lang="ko-KR" altLang="en-US" dirty="0"/>
              <a:t>차 발표 세부 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EBFA75-5D4C-1632-4C66-22B3DE1F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C718E-B6AA-A183-9676-A835810D6F72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209803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9312B7B7-5E2D-790A-E303-E51C66582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151" y="1844287"/>
            <a:ext cx="6772824" cy="451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B02B779-D12A-5965-4654-08732996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4287"/>
            <a:ext cx="10515600" cy="1286712"/>
          </a:xfrm>
        </p:spPr>
        <p:txBody>
          <a:bodyPr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찾고 해결한 문제점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683D31-BB89-3ADB-17E3-7C519DF8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CDB40-F3E6-5666-2F42-5E4578C6475B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59431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AE224-A04F-ADBE-1608-6D6CC07C1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1ACAA61-6D94-E7A8-EB31-EFBDB00B2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3" y="2161603"/>
            <a:ext cx="6420746" cy="14480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6C388B1-E553-1871-388E-2D550CC4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회원 가입</a:t>
            </a:r>
            <a:r>
              <a:rPr lang="en-US" altLang="ko-KR" dirty="0"/>
              <a:t> </a:t>
            </a:r>
            <a:r>
              <a:rPr lang="ko-KR" altLang="en-US" dirty="0"/>
              <a:t>시 </a:t>
            </a:r>
            <a:br>
              <a:rPr lang="en-US" altLang="ko-KR" dirty="0"/>
            </a:br>
            <a:r>
              <a:rPr lang="ko-KR" altLang="en-US" dirty="0"/>
              <a:t>비밀번호 조건</a:t>
            </a:r>
            <a:r>
              <a:rPr lang="en-US" altLang="ko-KR" dirty="0"/>
              <a:t> </a:t>
            </a:r>
            <a:r>
              <a:rPr lang="ko-KR" altLang="en-US" dirty="0"/>
              <a:t>불만족 다이얼로그 </a:t>
            </a:r>
            <a:r>
              <a:rPr lang="en-US" altLang="ko-KR" dirty="0"/>
              <a:t>2</a:t>
            </a:r>
            <a:r>
              <a:rPr lang="ko-KR" altLang="en-US" dirty="0"/>
              <a:t>번 출력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CC53B8-7B29-4C17-6593-A95D188E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BE6C45-3B86-B0A3-4C3C-C4B8AA5BC876}"/>
              </a:ext>
            </a:extLst>
          </p:cNvPr>
          <p:cNvSpPr/>
          <p:nvPr/>
        </p:nvSpPr>
        <p:spPr>
          <a:xfrm>
            <a:off x="768096" y="2921666"/>
            <a:ext cx="5705856" cy="2079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16C39C-F419-2309-7C41-E6CA27DB63FC}"/>
              </a:ext>
            </a:extLst>
          </p:cNvPr>
          <p:cNvSpPr txBox="1"/>
          <p:nvPr/>
        </p:nvSpPr>
        <p:spPr>
          <a:xfrm>
            <a:off x="309563" y="1722239"/>
            <a:ext cx="6164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2</a:t>
            </a:r>
            <a:r>
              <a:rPr lang="ko-KR" altLang="en-US" dirty="0"/>
              <a:t>번 출력되게 코드를 </a:t>
            </a:r>
            <a:r>
              <a:rPr lang="ko-KR" altLang="en-US" dirty="0" err="1"/>
              <a:t>짜뒀음</a:t>
            </a:r>
            <a:endParaRPr lang="ko-KR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D45EAD1-D1F0-D7DC-09D9-0A77038E9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30" y="3799331"/>
            <a:ext cx="6768249" cy="300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6EBE96A-E6DF-255F-5970-BCC3155ABDDD}"/>
              </a:ext>
            </a:extLst>
          </p:cNvPr>
          <p:cNvSpPr/>
          <p:nvPr/>
        </p:nvSpPr>
        <p:spPr>
          <a:xfrm>
            <a:off x="1354023" y="5881274"/>
            <a:ext cx="4873041" cy="20863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1C107B3-5241-42B4-8CD4-00A1C1D9A9F9}"/>
              </a:ext>
            </a:extLst>
          </p:cNvPr>
          <p:cNvCxnSpPr>
            <a:stCxn id="5" idx="3"/>
          </p:cNvCxnSpPr>
          <p:nvPr/>
        </p:nvCxnSpPr>
        <p:spPr>
          <a:xfrm>
            <a:off x="6473952" y="3025640"/>
            <a:ext cx="2136648" cy="102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67B56C-4649-44CB-B652-C37996420633}"/>
              </a:ext>
            </a:extLst>
          </p:cNvPr>
          <p:cNvSpPr txBox="1"/>
          <p:nvPr/>
        </p:nvSpPr>
        <p:spPr>
          <a:xfrm>
            <a:off x="8734806" y="2748640"/>
            <a:ext cx="21648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>
                <a:solidFill>
                  <a:srgbClr val="0070C0"/>
                </a:solidFill>
              </a:rPr>
              <a:t>삭제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E0C74-7D2F-D9DE-5145-29F08499C8E1}"/>
              </a:ext>
            </a:extLst>
          </p:cNvPr>
          <p:cNvSpPr txBox="1"/>
          <p:nvPr/>
        </p:nvSpPr>
        <p:spPr>
          <a:xfrm>
            <a:off x="7140131" y="1722239"/>
            <a:ext cx="4902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711A5FE-7506-DC65-EA7E-290376E10103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C254348B-E631-C7D9-BB4F-FC9991309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6A171B-8D48-7D03-E764-78A9A996FD83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37EB529-4EB3-9E81-61C0-D02C4A71B2D0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55202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21F1-5577-16E9-387F-CA594424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A8CF0347-5E6E-D08C-AC92-F4F19A61D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867937"/>
            <a:ext cx="8027519" cy="385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7A6ACB-14F4-D6F0-1E25-8AECAD62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회원 가입</a:t>
            </a:r>
            <a:r>
              <a:rPr lang="en-US" altLang="ko-KR" dirty="0"/>
              <a:t> </a:t>
            </a:r>
            <a:r>
              <a:rPr lang="ko-KR" altLang="en-US" dirty="0"/>
              <a:t>시 </a:t>
            </a:r>
            <a:br>
              <a:rPr lang="en-US" altLang="ko-KR" dirty="0"/>
            </a:br>
            <a:r>
              <a:rPr lang="ko-KR" altLang="en-US" dirty="0"/>
              <a:t>검사</a:t>
            </a:r>
            <a:r>
              <a:rPr lang="en-US" altLang="ko-KR" dirty="0"/>
              <a:t>/</a:t>
            </a:r>
            <a:r>
              <a:rPr lang="ko-KR" altLang="en-US" dirty="0"/>
              <a:t>인증 완료된 값 아니어도 회원가입됨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90777-8C58-5167-5F0A-6BAEC931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DA252-33E0-2C79-C684-88AF96F0286D}"/>
              </a:ext>
            </a:extLst>
          </p:cNvPr>
          <p:cNvSpPr txBox="1"/>
          <p:nvPr/>
        </p:nvSpPr>
        <p:spPr>
          <a:xfrm>
            <a:off x="838200" y="2098159"/>
            <a:ext cx="6164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이를 검사하는 조건문을 달지 않음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91CC4-47DE-360A-039F-76F3B5D5A4E3}"/>
              </a:ext>
            </a:extLst>
          </p:cNvPr>
          <p:cNvSpPr txBox="1"/>
          <p:nvPr/>
        </p:nvSpPr>
        <p:spPr>
          <a:xfrm>
            <a:off x="838200" y="2505630"/>
            <a:ext cx="1106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ID – </a:t>
            </a:r>
            <a:r>
              <a:rPr lang="ko-KR" altLang="en-US" dirty="0"/>
              <a:t>중복검사</a:t>
            </a:r>
            <a:r>
              <a:rPr lang="en-US" altLang="ko-KR" dirty="0"/>
              <a:t>, PW – </a:t>
            </a:r>
            <a:r>
              <a:rPr lang="ko-KR" altLang="en-US" dirty="0"/>
              <a:t>조건 만족 검사</a:t>
            </a:r>
            <a:r>
              <a:rPr lang="en-US" altLang="ko-KR" dirty="0"/>
              <a:t>, Tel – </a:t>
            </a:r>
            <a:r>
              <a:rPr lang="ko-KR" altLang="en-US" dirty="0"/>
              <a:t>인증 완료 후 수정 여부 검사하는 조건문을 추가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2DFE662-9562-A0BE-AAF7-E0904042E250}"/>
              </a:ext>
            </a:extLst>
          </p:cNvPr>
          <p:cNvSpPr/>
          <p:nvPr/>
        </p:nvSpPr>
        <p:spPr>
          <a:xfrm>
            <a:off x="2048851" y="3046757"/>
            <a:ext cx="2045629" cy="382243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D0F36D-0199-1F74-1CE2-60114D872B73}"/>
              </a:ext>
            </a:extLst>
          </p:cNvPr>
          <p:cNvSpPr/>
          <p:nvPr/>
        </p:nvSpPr>
        <p:spPr>
          <a:xfrm>
            <a:off x="2048851" y="4603584"/>
            <a:ext cx="2045629" cy="382243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CA0156A-6B33-B70A-6619-012DD426CF06}"/>
              </a:ext>
            </a:extLst>
          </p:cNvPr>
          <p:cNvSpPr/>
          <p:nvPr/>
        </p:nvSpPr>
        <p:spPr>
          <a:xfrm>
            <a:off x="2048851" y="5758952"/>
            <a:ext cx="4656749" cy="382243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4EEDEAB-4AD6-1EE5-6040-5412C8A58C8F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193BEF96-8A13-96AB-F1DA-1E964CC14B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A22DAC-B534-8A95-CD31-CD8037DB6864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0608E13-D3C5-545B-0948-510082B3649B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68955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44251-20EC-FD47-F966-B3294A5E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248C870E-728D-8106-44DB-AE243635C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" y="2973410"/>
            <a:ext cx="1065847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8A0B82B-1AD9-2589-2D18-1BC0F89E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회원 가입</a:t>
            </a:r>
            <a:r>
              <a:rPr lang="en-US" altLang="ko-KR" dirty="0"/>
              <a:t> </a:t>
            </a:r>
            <a:r>
              <a:rPr lang="ko-KR" altLang="en-US" dirty="0"/>
              <a:t>시 서버 인증 실패할 경우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아무런 메시지도 출력되지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1FB55-C681-6B99-C1E2-30D85EEB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A054E-76A2-3BA4-E6CC-D22A2E581EA0}"/>
              </a:ext>
            </a:extLst>
          </p:cNvPr>
          <p:cNvSpPr txBox="1"/>
          <p:nvPr/>
        </p:nvSpPr>
        <p:spPr>
          <a:xfrm>
            <a:off x="838200" y="1796162"/>
            <a:ext cx="7350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서버 응답 실패 시 사용자에게 아무것도 표시해주지 않음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0E7D5-BEED-0B93-D0BB-505764D46F32}"/>
              </a:ext>
            </a:extLst>
          </p:cNvPr>
          <p:cNvSpPr txBox="1"/>
          <p:nvPr/>
        </p:nvSpPr>
        <p:spPr>
          <a:xfrm>
            <a:off x="838200" y="2147383"/>
            <a:ext cx="1106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서버 응답 실패 시 다이얼로그 표시함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8848D24-0D7C-8456-0BAF-8175FE0E2FAD}"/>
              </a:ext>
            </a:extLst>
          </p:cNvPr>
          <p:cNvSpPr/>
          <p:nvPr/>
        </p:nvSpPr>
        <p:spPr>
          <a:xfrm>
            <a:off x="1124291" y="3448216"/>
            <a:ext cx="10112669" cy="1956904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59968FB-C854-B399-6741-A6D7EA535FD2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538B297C-7C7E-BED1-FD76-3FD54F2141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630949-35BC-428B-B53B-65B4511100BD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72B11A2-FC40-F1FF-5ED8-B8D3A2E187AE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149268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9B5E-04D9-1EE7-8FCD-8FD45383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105F7-CFCC-21C4-FEF2-E55CFCC97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프로필 사진 있는 카카오 계정으로 로그인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37FA1-0485-0C1B-CB0D-0A6C836E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22539-DE91-610A-D065-DC72527E9A69}"/>
              </a:ext>
            </a:extLst>
          </p:cNvPr>
          <p:cNvSpPr txBox="1"/>
          <p:nvPr/>
        </p:nvSpPr>
        <p:spPr>
          <a:xfrm>
            <a:off x="303036" y="1731391"/>
            <a:ext cx="11803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null</a:t>
            </a:r>
            <a:r>
              <a:rPr lang="ko-KR" altLang="en-US" dirty="0"/>
              <a:t>과 </a:t>
            </a:r>
            <a:r>
              <a:rPr lang="en-US" altLang="ko-KR" dirty="0" err="1"/>
              <a:t>JsonNull</a:t>
            </a:r>
            <a:r>
              <a:rPr lang="ko-KR" altLang="en-US" dirty="0"/>
              <a:t>의 차이를 몰라서 프로필 사진이 없을 경우에 대한 조건문 잘못 짬</a:t>
            </a:r>
            <a:endParaRPr lang="en-US" altLang="ko-KR" dirty="0"/>
          </a:p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en-US" altLang="ko-KR" dirty="0" err="1"/>
              <a:t>JsonNull</a:t>
            </a:r>
            <a:r>
              <a:rPr lang="ko-KR" altLang="en-US" dirty="0"/>
              <a:t>을 확인하는 조건문 추가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A3E2077-F0EC-0FF6-F739-5AF927212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36" y="2931322"/>
            <a:ext cx="11055855" cy="29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7AF67BD-9D49-AA68-AE3A-CE3B03DD6B38}"/>
              </a:ext>
            </a:extLst>
          </p:cNvPr>
          <p:cNvSpPr/>
          <p:nvPr/>
        </p:nvSpPr>
        <p:spPr>
          <a:xfrm>
            <a:off x="4334256" y="2962704"/>
            <a:ext cx="5568696" cy="356568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3BBA510-1D7C-CED0-947E-88A0B6A2B600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F175B1DE-607A-D617-065D-5806975394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29E244-3433-A1FC-F628-E8067DB111D8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31331CC-1796-B89F-6F26-54A26B5AF0F1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298434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F8A5C-C2C7-AAC3-EE84-9BF77406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5A347-F65E-98DC-CFEA-3095DD99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소셜 계정 연동 시 로그아웃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C5CE1-4776-28CB-80B2-DE3B5C6F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FB2FB2-D014-9343-B08B-47B87D916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" y="1880717"/>
            <a:ext cx="11996928" cy="455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1DC8311-D05C-08A7-4941-73D646FBCC86}"/>
              </a:ext>
            </a:extLst>
          </p:cNvPr>
          <p:cNvSpPr/>
          <p:nvPr/>
        </p:nvSpPr>
        <p:spPr>
          <a:xfrm>
            <a:off x="905256" y="2871216"/>
            <a:ext cx="2843784" cy="21945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5546018-B46F-505D-C572-FCEE8DBBAC34}"/>
              </a:ext>
            </a:extLst>
          </p:cNvPr>
          <p:cNvSpPr/>
          <p:nvPr/>
        </p:nvSpPr>
        <p:spPr>
          <a:xfrm>
            <a:off x="905256" y="3858769"/>
            <a:ext cx="2843784" cy="21945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80971-E62E-832D-2EA6-A40317FB8FD8}"/>
              </a:ext>
            </a:extLst>
          </p:cNvPr>
          <p:cNvSpPr txBox="1"/>
          <p:nvPr/>
        </p:nvSpPr>
        <p:spPr>
          <a:xfrm>
            <a:off x="1524" y="1405493"/>
            <a:ext cx="12091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연동된 계정에 대한 로그아웃 처리 코드가 없었음 </a:t>
            </a:r>
            <a:r>
              <a:rPr lang="en-US" altLang="ko-KR" dirty="0"/>
              <a:t>(</a:t>
            </a:r>
            <a:r>
              <a:rPr lang="en-US" altLang="ko-KR" dirty="0" err="1"/>
              <a:t>account_type</a:t>
            </a:r>
            <a:r>
              <a:rPr lang="en-US" altLang="ko-KR" dirty="0"/>
              <a:t> = “</a:t>
            </a:r>
            <a:r>
              <a:rPr lang="en-US" altLang="ko-KR" dirty="0" err="1"/>
              <a:t>NovaCom|kakao</a:t>
            </a:r>
            <a:r>
              <a:rPr lang="en-US" altLang="ko-KR" dirty="0"/>
              <a:t>”)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346B909-65BD-923E-9952-CAAF13E40A6B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9FC01354-6393-0E1F-5E45-9ED8D9DB98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C02A55-3A51-6698-B5C6-46D86F16FB06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880FC3-42F6-F7B4-E785-2DBE7DFBA3A7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290324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8CB1-79E3-4007-479F-C792A86D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80DC6B0-1052-91EA-C6A9-D25902B9A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66" y="2106066"/>
            <a:ext cx="11155332" cy="418205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8A7509C-FD7B-30D8-9D84-D541BA3FA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소셜 계정 연동 시 로그아웃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7E44DA-41E4-1145-87A3-C83045E8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D4E2AED-3807-F3CC-8318-F425FD9B8A42}"/>
              </a:ext>
            </a:extLst>
          </p:cNvPr>
          <p:cNvSpPr/>
          <p:nvPr/>
        </p:nvSpPr>
        <p:spPr>
          <a:xfrm>
            <a:off x="317166" y="2124354"/>
            <a:ext cx="5470986" cy="518262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E7291-E9AA-2BD7-ABAB-B5AE57C43B29}"/>
              </a:ext>
            </a:extLst>
          </p:cNvPr>
          <p:cNvSpPr txBox="1"/>
          <p:nvPr/>
        </p:nvSpPr>
        <p:spPr>
          <a:xfrm>
            <a:off x="0" y="1574247"/>
            <a:ext cx="12091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연동된 계정에 대한 로그아웃 처리 코드 추가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9520FAC-F71A-1C61-C02D-2568691580F9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DD34443C-96C4-B18E-C2A5-628C45F822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E49BC2-6BC0-C091-6E75-C3D7D91135A7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AB42506-6B87-E6AD-A67F-D75D0D205CF8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66890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2C10-FD57-C326-295A-FF9A3465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3A54FD4-BF88-E420-D62D-90A83D1E5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36" y="2141427"/>
            <a:ext cx="11488391" cy="413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0804F6-7CA0-EFFF-C1F3-9D602FEC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소셜 계정 연동 시 </a:t>
            </a:r>
            <a:r>
              <a:rPr lang="en-US" altLang="ko-KR" dirty="0"/>
              <a:t>ID, PW </a:t>
            </a:r>
            <a:r>
              <a:rPr lang="ko-KR" altLang="en-US" dirty="0"/>
              <a:t>수정란 표시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669B2-CA91-1468-83AE-1E1EF148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F9FD4B-4109-9951-8442-5BCA6D41E3F9}"/>
              </a:ext>
            </a:extLst>
          </p:cNvPr>
          <p:cNvSpPr/>
          <p:nvPr/>
        </p:nvSpPr>
        <p:spPr>
          <a:xfrm>
            <a:off x="6263640" y="2423160"/>
            <a:ext cx="1152144" cy="309604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B94E9-5D88-01EB-5358-5994A3F174B6}"/>
              </a:ext>
            </a:extLst>
          </p:cNvPr>
          <p:cNvSpPr txBox="1"/>
          <p:nvPr/>
        </p:nvSpPr>
        <p:spPr>
          <a:xfrm>
            <a:off x="303036" y="1407201"/>
            <a:ext cx="12091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(</a:t>
            </a:r>
            <a:r>
              <a:rPr lang="ko-KR" altLang="en-US" dirty="0"/>
              <a:t>앞과 동일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13913-0331-6A31-E2B0-78B80FF7947B}"/>
              </a:ext>
            </a:extLst>
          </p:cNvPr>
          <p:cNvSpPr txBox="1"/>
          <p:nvPr/>
        </p:nvSpPr>
        <p:spPr>
          <a:xfrm>
            <a:off x="303036" y="1730027"/>
            <a:ext cx="1173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자체 계정으로 가입한 적이 있을 경우</a:t>
            </a:r>
            <a:r>
              <a:rPr lang="en-US" altLang="ko-KR" dirty="0"/>
              <a:t>, ID, PW </a:t>
            </a:r>
            <a:r>
              <a:rPr lang="ko-KR" altLang="en-US" dirty="0"/>
              <a:t>수정 뷰 표시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643FD63-4D33-97B7-9654-878B29C0994C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99A80499-BA80-92F6-5D59-0308DF30DE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F53B56-5795-54E2-98E8-81A1C0704179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D20DA2-D744-033D-13B3-C9EEEA295FA7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129652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B999-A1C9-1D7C-BBFD-6FD87A96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9BAAF-6F4D-9610-2620-EA23F15EB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전화번호 인증 시 인증번호 받기 버튼 </a:t>
            </a:r>
            <a:br>
              <a:rPr lang="en-US" altLang="ko-KR" dirty="0"/>
            </a:br>
            <a:r>
              <a:rPr lang="ko-KR" altLang="en-US" dirty="0"/>
              <a:t>연속 클릭하면 연속으로 메시지가 도착함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0D64D-A0EA-B2D2-6F14-39A53F62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8D825-A023-0ADB-6031-7285843D037E}"/>
              </a:ext>
            </a:extLst>
          </p:cNvPr>
          <p:cNvSpPr txBox="1"/>
          <p:nvPr/>
        </p:nvSpPr>
        <p:spPr>
          <a:xfrm>
            <a:off x="1330262" y="1599225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이를 막는 코드가 없음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738C12-D7A7-3D5D-3198-6D3C73E560AA}"/>
              </a:ext>
            </a:extLst>
          </p:cNvPr>
          <p:cNvSpPr txBox="1"/>
          <p:nvPr/>
        </p:nvSpPr>
        <p:spPr>
          <a:xfrm>
            <a:off x="1330262" y="1922051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“</a:t>
            </a:r>
            <a:r>
              <a:rPr lang="ko-KR" altLang="en-US" dirty="0"/>
              <a:t>전송</a:t>
            </a:r>
            <a:r>
              <a:rPr lang="en-US" altLang="ko-KR" dirty="0"/>
              <a:t>” </a:t>
            </a:r>
            <a:r>
              <a:rPr lang="ko-KR" altLang="en-US" dirty="0"/>
              <a:t>버튼 누른 후 다이얼로그를 띄움</a:t>
            </a:r>
            <a:r>
              <a:rPr lang="en-US" altLang="ko-KR" dirty="0"/>
              <a:t>, 1</a:t>
            </a:r>
            <a:r>
              <a:rPr lang="ko-KR" altLang="en-US" dirty="0"/>
              <a:t>초 동안 눌러도 동작 안 하게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CCC512-DF5E-36A1-4971-6960E6573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7479"/>
            <a:ext cx="6676576" cy="4438261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0F6592-5B47-6C5A-F4B4-3843C0520C5A}"/>
              </a:ext>
            </a:extLst>
          </p:cNvPr>
          <p:cNvSpPr/>
          <p:nvPr/>
        </p:nvSpPr>
        <p:spPr>
          <a:xfrm>
            <a:off x="1330262" y="2999232"/>
            <a:ext cx="3653218" cy="1472184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0F57B9D-6F19-3A3E-48CF-C45403FBCE7B}"/>
              </a:ext>
            </a:extLst>
          </p:cNvPr>
          <p:cNvSpPr/>
          <p:nvPr/>
        </p:nvSpPr>
        <p:spPr>
          <a:xfrm>
            <a:off x="1330262" y="4525753"/>
            <a:ext cx="6184514" cy="1967122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74D3FD2-0C6E-6BB8-62EA-A25C6537C4D9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11A3FE0D-CB4A-5495-744A-F41FC9318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938726-0627-1797-0F50-6F9725242090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8B506B2-FAC5-1212-27A9-46F5BDE10D74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1341411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E6F0-2F83-369D-D217-14446B4D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AE9BF9A2-E6AA-B7EB-B6AD-76E298267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62" y="2502166"/>
            <a:ext cx="9196197" cy="385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3B15A3-E1A3-8884-DFC0-27846D35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게시글 삭제 시 위아래 스크롤해야 삭제됨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FCBCE-220C-B638-D3F7-E1F32126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D0B3AB-E932-073A-216D-E7A94BD58476}"/>
              </a:ext>
            </a:extLst>
          </p:cNvPr>
          <p:cNvSpPr/>
          <p:nvPr/>
        </p:nvSpPr>
        <p:spPr>
          <a:xfrm>
            <a:off x="1651905" y="3509578"/>
            <a:ext cx="7925232" cy="2846771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105AA-FFF0-A563-7C66-4FD4CCC3A7D7}"/>
              </a:ext>
            </a:extLst>
          </p:cNvPr>
          <p:cNvSpPr txBox="1"/>
          <p:nvPr/>
        </p:nvSpPr>
        <p:spPr>
          <a:xfrm>
            <a:off x="1330262" y="1407201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en-US" altLang="ko-KR" dirty="0" err="1"/>
              <a:t>notifyItemRemoved</a:t>
            </a:r>
            <a:r>
              <a:rPr lang="ko-KR" altLang="en-US" dirty="0"/>
              <a:t>의 호출 위치가 적절하지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E760E-85AA-5871-7B77-30AA9970D2BD}"/>
              </a:ext>
            </a:extLst>
          </p:cNvPr>
          <p:cNvSpPr txBox="1"/>
          <p:nvPr/>
        </p:nvSpPr>
        <p:spPr>
          <a:xfrm>
            <a:off x="1330262" y="1730027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en-US" altLang="ko-KR" dirty="0" err="1"/>
              <a:t>notifyItemRemoved</a:t>
            </a:r>
            <a:r>
              <a:rPr lang="ko-KR" altLang="en-US" dirty="0"/>
              <a:t>의 호출 위치 수정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CD2DF43-7711-F09D-4B2D-56B3BCAFFC75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C6471A2D-15BC-1866-E5B3-760193996B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3D9CAD-F494-C758-EF80-4BE601B1F032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6D0C337-28FC-843A-3468-A0B92FC81A59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398991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916B-4F3C-7C6D-B157-8F9E773C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196497E9-BB87-652B-DFA7-3CCBED8E4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905" y="2273095"/>
            <a:ext cx="8162655" cy="45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0E6AA4-F6F1-E7EE-3E0F-DD006BD84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9. </a:t>
            </a:r>
            <a:r>
              <a:rPr lang="ko-KR" altLang="en-US" dirty="0"/>
              <a:t>게시글 댓글 수정 시 마우스 포인터가 </a:t>
            </a:r>
            <a:br>
              <a:rPr lang="en-US" altLang="ko-KR" dirty="0"/>
            </a:br>
            <a:r>
              <a:rPr lang="ko-KR" altLang="en-US" dirty="0"/>
              <a:t>글 앞으로 가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053DA0-FE89-F784-B250-85209DE8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84D689C-97D3-0671-EF5D-B02AF675274D}"/>
              </a:ext>
            </a:extLst>
          </p:cNvPr>
          <p:cNvSpPr/>
          <p:nvPr/>
        </p:nvSpPr>
        <p:spPr>
          <a:xfrm>
            <a:off x="2133384" y="3509579"/>
            <a:ext cx="5994616" cy="1519621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06E1F-1423-A369-7FDA-B3B1A9F80D20}"/>
              </a:ext>
            </a:extLst>
          </p:cNvPr>
          <p:cNvSpPr txBox="1"/>
          <p:nvPr/>
        </p:nvSpPr>
        <p:spPr>
          <a:xfrm>
            <a:off x="1330262" y="1580937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마우스 포인터를 맨 뒤로 옮기는 코드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D58E9-8979-53BA-CAD2-85702EE815AC}"/>
              </a:ext>
            </a:extLst>
          </p:cNvPr>
          <p:cNvSpPr txBox="1"/>
          <p:nvPr/>
        </p:nvSpPr>
        <p:spPr>
          <a:xfrm>
            <a:off x="1330262" y="1903763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해당 부분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AA82130-1193-732C-226E-C9E2F6CE382E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A6EE561-8F02-4753-49A3-A08CBE7D0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A1243F-0FA0-CCB3-51AD-BFA9CC6F9033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3D56D76-9633-28E5-10C0-4ED82063ABF4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55757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143F-7479-AD2F-093C-CC09E6D2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96A2D-399E-C16A-A640-57E90790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10. </a:t>
            </a:r>
            <a:r>
              <a:rPr lang="ko-KR" altLang="en-US" dirty="0"/>
              <a:t>게시글 댓글 생성 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생성 직후 시간이 </a:t>
            </a:r>
            <a:r>
              <a:rPr lang="en-US" altLang="ko-KR" dirty="0"/>
              <a:t>‘-28973</a:t>
            </a:r>
            <a:r>
              <a:rPr lang="ko-KR" altLang="en-US" dirty="0"/>
              <a:t>초</a:t>
            </a:r>
            <a:r>
              <a:rPr lang="en-US" altLang="ko-KR" dirty="0"/>
              <a:t>’</a:t>
            </a:r>
            <a:r>
              <a:rPr lang="ko-KR" altLang="en-US" dirty="0"/>
              <a:t>로 표시됨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EEEA9-04C2-9EE0-6CB9-BA157DD7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2C733-7793-EDF2-5CD3-A123334E9C85}"/>
              </a:ext>
            </a:extLst>
          </p:cNvPr>
          <p:cNvSpPr txBox="1"/>
          <p:nvPr/>
        </p:nvSpPr>
        <p:spPr>
          <a:xfrm>
            <a:off x="497142" y="1784137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댓글 생성 시 현재 시간을 </a:t>
            </a:r>
            <a:r>
              <a:rPr lang="en-US" altLang="ko-KR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UTC </a:t>
            </a:r>
            <a:r>
              <a:rPr lang="ko-KR" altLang="en-US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기준으로 입력해야 하는데</a:t>
            </a:r>
            <a:r>
              <a:rPr lang="en-US" altLang="ko-KR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, </a:t>
            </a:r>
            <a:r>
              <a:rPr lang="en-US" altLang="ko-KR" dirty="0" err="1"/>
              <a:t>seoul</a:t>
            </a:r>
            <a:r>
              <a:rPr lang="ko-KR" altLang="en-US" dirty="0"/>
              <a:t> 기준</a:t>
            </a:r>
            <a:r>
              <a:rPr lang="en-US" altLang="ko-KR" dirty="0"/>
              <a:t>(</a:t>
            </a:r>
            <a:r>
              <a:rPr lang="en-US" altLang="ko-KR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UTC+9</a:t>
            </a:r>
            <a:r>
              <a:rPr lang="en-US" altLang="ko-KR" dirty="0"/>
              <a:t>)</a:t>
            </a:r>
            <a:r>
              <a:rPr lang="ko-KR" altLang="en-US" dirty="0"/>
              <a:t>으로 입력함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A3531-A2A9-4C4F-D50C-608937D3228C}"/>
              </a:ext>
            </a:extLst>
          </p:cNvPr>
          <p:cNvSpPr txBox="1"/>
          <p:nvPr/>
        </p:nvSpPr>
        <p:spPr>
          <a:xfrm>
            <a:off x="497142" y="2106963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해당 부분의 반영되는 기준 시간을 변경함 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42B57A06-0FFA-C2B3-CA7B-554B0DC48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9" y="2724047"/>
            <a:ext cx="10088143" cy="338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93C9961-E4DD-C1C0-07BA-472CEF4D2AAA}"/>
              </a:ext>
            </a:extLst>
          </p:cNvPr>
          <p:cNvSpPr/>
          <p:nvPr/>
        </p:nvSpPr>
        <p:spPr>
          <a:xfrm>
            <a:off x="1056424" y="4522937"/>
            <a:ext cx="9225496" cy="983784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86B3495-4586-3ADC-DC7C-1BE30918829D}"/>
              </a:ext>
            </a:extLst>
          </p:cNvPr>
          <p:cNvSpPr/>
          <p:nvPr/>
        </p:nvSpPr>
        <p:spPr>
          <a:xfrm>
            <a:off x="1056424" y="3090131"/>
            <a:ext cx="9367736" cy="11850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0596F39-B9DB-CD6B-D89E-114D1C4550F9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BCFD03B9-ADD2-C986-F86A-10FA1282A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FA40AE-595F-262F-A165-B115E0A3E756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7FDADF7-AB4B-1A80-9493-5CF3F75926CF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958302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0440-7608-B846-317B-A7177B75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20C1F-5DA2-CFCB-7E73-B642E728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게시글 작성 날짜가 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달 이상 전인데 </a:t>
            </a:r>
            <a:r>
              <a:rPr lang="en-US" altLang="ko-KR" dirty="0"/>
              <a:t>‘0</a:t>
            </a:r>
            <a:r>
              <a:rPr lang="ko-KR" altLang="en-US" dirty="0"/>
              <a:t>개월 전</a:t>
            </a:r>
            <a:r>
              <a:rPr lang="en-US" altLang="ko-KR" dirty="0"/>
              <a:t>’</a:t>
            </a:r>
            <a:r>
              <a:rPr lang="ko-KR" altLang="en-US" dirty="0"/>
              <a:t>으로 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01159-52B7-B00B-625D-5416496D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979B35A-A77F-2BAB-17C4-F1AFEFDD3F03}"/>
              </a:ext>
            </a:extLst>
          </p:cNvPr>
          <p:cNvSpPr/>
          <p:nvPr/>
        </p:nvSpPr>
        <p:spPr>
          <a:xfrm>
            <a:off x="1330262" y="3810000"/>
            <a:ext cx="7600378" cy="1926336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DC7F5-A58A-73C2-1447-98DC24BCBC5E}"/>
              </a:ext>
            </a:extLst>
          </p:cNvPr>
          <p:cNvSpPr txBox="1"/>
          <p:nvPr/>
        </p:nvSpPr>
        <p:spPr>
          <a:xfrm>
            <a:off x="1330262" y="1772961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작성 날짜가 </a:t>
            </a:r>
            <a:r>
              <a:rPr lang="en-US" altLang="ko-KR" dirty="0"/>
              <a:t>1</a:t>
            </a:r>
            <a:r>
              <a:rPr lang="ko-KR" altLang="en-US" dirty="0"/>
              <a:t>달 </a:t>
            </a:r>
            <a:r>
              <a:rPr lang="en-US" altLang="ko-KR" dirty="0"/>
              <a:t>~ 12</a:t>
            </a:r>
            <a:r>
              <a:rPr lang="ko-KR" altLang="en-US" dirty="0"/>
              <a:t>개월 안으로 차이가 날 때 숫자 계산하는 부분이 이상함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48E58-CD58-4D9F-1401-36FCA9C88D8E}"/>
              </a:ext>
            </a:extLst>
          </p:cNvPr>
          <p:cNvSpPr txBox="1"/>
          <p:nvPr/>
        </p:nvSpPr>
        <p:spPr>
          <a:xfrm>
            <a:off x="1330262" y="2095787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해당 부분 수정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CBFAA9-35BE-A80A-6571-AED47945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87" y="3986254"/>
            <a:ext cx="7275646" cy="1580064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22999DE-F460-826E-AC78-A2BC6A4F6CF2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DD9F9577-0147-9216-8F0E-C017BB2FBE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05026D-29C2-D0B7-F5BD-276B59D7FC84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62F8864-808A-F493-2272-A727147213C0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3466156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0F7E-B59B-E0E7-86FA-962FA534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8E1B2-B515-F834-D180-677EC08E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1845"/>
            <a:ext cx="12481560" cy="1325563"/>
          </a:xfrm>
        </p:spPr>
        <p:txBody>
          <a:bodyPr/>
          <a:lstStyle/>
          <a:p>
            <a:r>
              <a:rPr lang="en-US" altLang="ko-KR" dirty="0"/>
              <a:t>12. </a:t>
            </a:r>
            <a:r>
              <a:rPr lang="ko-KR" altLang="en-US" dirty="0"/>
              <a:t>검색 시 키보드가 올라오면</a:t>
            </a:r>
            <a:r>
              <a:rPr lang="en-US" altLang="ko-KR" dirty="0"/>
              <a:t>, </a:t>
            </a:r>
            <a:r>
              <a:rPr lang="ko-KR" altLang="en-US" dirty="0"/>
              <a:t>화면 하단의 </a:t>
            </a:r>
            <a:r>
              <a:rPr lang="en-US" altLang="ko-KR" dirty="0"/>
              <a:t>menu bar</a:t>
            </a:r>
            <a:r>
              <a:rPr lang="ko-KR" altLang="en-US" dirty="0"/>
              <a:t>가 키보드 위로 올라옴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2271B-F77A-64C3-A23D-FDD1919F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86B68-8777-CB38-2475-225E3BCB12F4}"/>
              </a:ext>
            </a:extLst>
          </p:cNvPr>
          <p:cNvSpPr txBox="1"/>
          <p:nvPr/>
        </p:nvSpPr>
        <p:spPr>
          <a:xfrm>
            <a:off x="1330262" y="2025945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en-US" altLang="ko-KR" dirty="0" err="1"/>
              <a:t>windowSoftInputMode</a:t>
            </a:r>
            <a:r>
              <a:rPr lang="ko-KR" altLang="en-US" dirty="0"/>
              <a:t>를 설정해두지 않음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AA534-0619-A725-244A-989488560FA9}"/>
              </a:ext>
            </a:extLst>
          </p:cNvPr>
          <p:cNvSpPr txBox="1"/>
          <p:nvPr/>
        </p:nvSpPr>
        <p:spPr>
          <a:xfrm>
            <a:off x="1330262" y="2348771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en-US" altLang="ko-KR" dirty="0" err="1"/>
              <a:t>windowSoftInputMode</a:t>
            </a:r>
            <a:r>
              <a:rPr lang="ko-KR" altLang="en-US" dirty="0"/>
              <a:t>를 </a:t>
            </a:r>
            <a:r>
              <a:rPr lang="en-US" altLang="ko-KR" dirty="0" err="1"/>
              <a:t>adjustPan</a:t>
            </a:r>
            <a:r>
              <a:rPr lang="ko-KR" altLang="en-US" dirty="0"/>
              <a:t>으로 변경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D16983C-FC27-E4F1-FCA1-7CE4D6BE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62" y="3046091"/>
            <a:ext cx="7928890" cy="228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94DD1CA-3129-65BC-7697-EF00BF899359}"/>
              </a:ext>
            </a:extLst>
          </p:cNvPr>
          <p:cNvSpPr/>
          <p:nvPr/>
        </p:nvSpPr>
        <p:spPr>
          <a:xfrm>
            <a:off x="2043494" y="4806696"/>
            <a:ext cx="6567106" cy="511934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953F338-C995-FDBB-7E95-7E824865E1EA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A0A58D2A-4ABB-43B2-7366-5B808CC0FE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B6E60A0-70F3-6DF0-157F-0D2B04DD68F7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145C845-7F81-461A-7CFB-75EDE49F7B8E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645481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C6F6-A7AA-916D-4890-8F636113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AF233E2-B6DF-098C-AB82-F348A5B2805D}"/>
              </a:ext>
            </a:extLst>
          </p:cNvPr>
          <p:cNvSpPr txBox="1"/>
          <p:nvPr/>
        </p:nvSpPr>
        <p:spPr>
          <a:xfrm>
            <a:off x="809054" y="2372401"/>
            <a:ext cx="1106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en-US" altLang="ko-KR" dirty="0" err="1"/>
              <a:t>framelayout</a:t>
            </a:r>
            <a:r>
              <a:rPr lang="ko-KR" altLang="en-US" dirty="0"/>
              <a:t>의 </a:t>
            </a:r>
            <a:r>
              <a:rPr lang="en-US" altLang="ko-KR" dirty="0" err="1"/>
              <a:t>marginBottom</a:t>
            </a:r>
            <a:r>
              <a:rPr lang="ko-KR" altLang="en-US" dirty="0"/>
              <a:t>을 </a:t>
            </a:r>
            <a:r>
              <a:rPr lang="ko-KR" altLang="en-US" dirty="0" err="1"/>
              <a:t>설정해둠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내 프로필과 같은 </a:t>
            </a:r>
            <a:r>
              <a:rPr lang="en-US" altLang="ko-KR" dirty="0" err="1"/>
              <a:t>framelayout</a:t>
            </a:r>
            <a:r>
              <a:rPr lang="en-US" altLang="ko-KR" dirty="0"/>
              <a:t> </a:t>
            </a:r>
            <a:r>
              <a:rPr lang="ko-KR" altLang="en-US" dirty="0"/>
              <a:t>쓰는 과정에서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1506DF9F-05D1-4119-1830-F56208729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313" y="3576493"/>
            <a:ext cx="8011374" cy="221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DD71C7-D870-8953-9027-F9812D8E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1685"/>
            <a:ext cx="12481560" cy="1325563"/>
          </a:xfrm>
        </p:spPr>
        <p:txBody>
          <a:bodyPr/>
          <a:lstStyle/>
          <a:p>
            <a:r>
              <a:rPr lang="en-US" altLang="ko-KR" dirty="0"/>
              <a:t>13. </a:t>
            </a:r>
            <a:r>
              <a:rPr lang="ko-KR" altLang="en-US" dirty="0"/>
              <a:t>다른 사람 프로필 볼 때</a:t>
            </a:r>
            <a:r>
              <a:rPr lang="en-US" altLang="ko-KR" dirty="0"/>
              <a:t>, </a:t>
            </a:r>
            <a:r>
              <a:rPr lang="ko-KR" altLang="en-US" dirty="0"/>
              <a:t>화면 하단이 </a:t>
            </a:r>
            <a:r>
              <a:rPr lang="en-US" altLang="ko-KR" dirty="0" err="1"/>
              <a:t>menu_bar</a:t>
            </a:r>
            <a:r>
              <a:rPr lang="en-US" altLang="ko-KR" dirty="0"/>
              <a:t> </a:t>
            </a:r>
            <a:r>
              <a:rPr lang="ko-KR" altLang="en-US" dirty="0"/>
              <a:t>크기만큼 </a:t>
            </a:r>
            <a:r>
              <a:rPr lang="ko-KR" altLang="en-US" dirty="0" err="1"/>
              <a:t>비어있음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112E5B-ED1E-CCDB-5784-D3033E28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007DF-64D0-090B-5925-09F3E19A56C0}"/>
              </a:ext>
            </a:extLst>
          </p:cNvPr>
          <p:cNvSpPr txBox="1"/>
          <p:nvPr/>
        </p:nvSpPr>
        <p:spPr>
          <a:xfrm>
            <a:off x="809054" y="2695227"/>
            <a:ext cx="10712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해당 부분 삭제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D142FD-614A-683F-4380-CC32781549A2}"/>
              </a:ext>
            </a:extLst>
          </p:cNvPr>
          <p:cNvSpPr/>
          <p:nvPr/>
        </p:nvSpPr>
        <p:spPr>
          <a:xfrm>
            <a:off x="2721007" y="5099688"/>
            <a:ext cx="6567106" cy="51193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C9916BD-5810-3242-5B08-4224018784C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004560" y="5611622"/>
            <a:ext cx="0" cy="60729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B90B1C2-9932-579F-C2F1-ED928B51A3D0}"/>
              </a:ext>
            </a:extLst>
          </p:cNvPr>
          <p:cNvSpPr txBox="1"/>
          <p:nvPr/>
        </p:nvSpPr>
        <p:spPr>
          <a:xfrm>
            <a:off x="4922139" y="6261913"/>
            <a:ext cx="21648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>
                <a:solidFill>
                  <a:srgbClr val="0070C0"/>
                </a:solidFill>
              </a:rPr>
              <a:t>삭제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AE13F6-EFD5-2137-E561-BF5723955CF4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BBF08B66-CBFC-31A1-3DEB-706DBE6A0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363D45-8594-1D8A-15D1-5302F9B5EE1F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A32F75-B53F-94C6-809F-E809157E8DEF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1542388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9B03B-988D-7449-FCEF-3AC2807A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1EC54-C41A-CC86-29A0-7A2EE164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14. </a:t>
            </a:r>
            <a:r>
              <a:rPr lang="ko-KR" altLang="en-US" dirty="0" err="1"/>
              <a:t>팔로우하는</a:t>
            </a:r>
            <a:r>
              <a:rPr lang="ko-KR" altLang="en-US" dirty="0"/>
              <a:t> 사람 목록 보기 시 앱 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E731A-C0FF-8BCB-2BC7-278F826B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0B77F-5938-0F61-B7CE-CCCE1C7FB3A3}"/>
              </a:ext>
            </a:extLst>
          </p:cNvPr>
          <p:cNvSpPr txBox="1"/>
          <p:nvPr/>
        </p:nvSpPr>
        <p:spPr>
          <a:xfrm>
            <a:off x="303036" y="1407201"/>
            <a:ext cx="12091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DB </a:t>
            </a:r>
            <a:r>
              <a:rPr lang="ko-KR" altLang="en-US" dirty="0"/>
              <a:t>문제</a:t>
            </a:r>
            <a:r>
              <a:rPr lang="en-US" altLang="ko-KR" dirty="0"/>
              <a:t>. </a:t>
            </a:r>
            <a:r>
              <a:rPr lang="ko-KR" altLang="en-US" dirty="0"/>
              <a:t>회원 탈퇴 시 </a:t>
            </a:r>
            <a:r>
              <a:rPr lang="en-US" altLang="ko-KR" dirty="0"/>
              <a:t>user </a:t>
            </a:r>
            <a:r>
              <a:rPr lang="ko-KR" altLang="en-US" dirty="0"/>
              <a:t>테이블만 지워지고</a:t>
            </a:r>
            <a:r>
              <a:rPr lang="en-US" altLang="ko-KR" dirty="0"/>
              <a:t>, user</a:t>
            </a:r>
            <a:r>
              <a:rPr lang="ko-KR" altLang="en-US" dirty="0"/>
              <a:t>의 </a:t>
            </a:r>
            <a:r>
              <a:rPr lang="en-US" altLang="ko-KR" dirty="0"/>
              <a:t>id</a:t>
            </a:r>
            <a:r>
              <a:rPr lang="ko-KR" altLang="en-US" dirty="0"/>
              <a:t>를 값으로 갖는 </a:t>
            </a:r>
            <a:r>
              <a:rPr lang="en-US" altLang="ko-KR" dirty="0"/>
              <a:t>follow </a:t>
            </a:r>
            <a:r>
              <a:rPr lang="ko-KR" altLang="en-US" dirty="0"/>
              <a:t>테이블에선 지워지지 않음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37C23-F637-E7ED-1BF7-1B074833D803}"/>
              </a:ext>
            </a:extLst>
          </p:cNvPr>
          <p:cNvSpPr txBox="1"/>
          <p:nvPr/>
        </p:nvSpPr>
        <p:spPr>
          <a:xfrm>
            <a:off x="303036" y="1730027"/>
            <a:ext cx="11739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데이터 수정 및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DB foreign key cascade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설정으로 </a:t>
            </a:r>
            <a:r>
              <a:rPr lang="ko-KR" altLang="en-US" dirty="0">
                <a:solidFill>
                  <a:srgbClr val="000000"/>
                </a:solidFill>
                <a:latin typeface="Arial" panose="020B0604020202020204" pitchFamily="34" charset="0"/>
              </a:rPr>
              <a:t>회원 탈퇴 시 삭제 되도록 함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F06B9F-5BBE-9F1D-56B0-58F965D3E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5" y="3328160"/>
            <a:ext cx="8793296" cy="31518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DDC421-1307-773D-0C63-C8821E88B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4" y="2099358"/>
            <a:ext cx="6401693" cy="905001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DED0ECC-73A6-2ED0-8D56-CA36B45A67E2}"/>
              </a:ext>
            </a:extLst>
          </p:cNvPr>
          <p:cNvSpPr/>
          <p:nvPr/>
        </p:nvSpPr>
        <p:spPr>
          <a:xfrm>
            <a:off x="434524" y="4593522"/>
            <a:ext cx="8877115" cy="709998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785C067-EF9E-EC54-3433-5D6B984C4C02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5BCCEAF6-D199-B9D2-8843-4B2601844F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CA5DDC-F13C-ACAB-1DA4-EF23C9608D8A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2780DA4-42BF-C121-7A06-794D2F5E77E9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389424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BEA9-161E-1209-0889-27EFF58C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539C63C-B922-79E7-7AB4-8E37C41A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286" y="3808175"/>
            <a:ext cx="8476488" cy="10524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07B77A-7250-1A71-4F8C-90BAAEFF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481560" cy="1325563"/>
          </a:xfrm>
        </p:spPr>
        <p:txBody>
          <a:bodyPr/>
          <a:lstStyle/>
          <a:p>
            <a:r>
              <a:rPr lang="en-US" altLang="ko-KR" dirty="0"/>
              <a:t>15. </a:t>
            </a:r>
            <a:r>
              <a:rPr lang="ko-KR" altLang="en-US" dirty="0"/>
              <a:t>게시글 작성할 때 사용자 태그 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이미 </a:t>
            </a:r>
            <a:r>
              <a:rPr lang="ko-KR" altLang="en-US" dirty="0" err="1"/>
              <a:t>태그된</a:t>
            </a:r>
            <a:r>
              <a:rPr lang="ko-KR" altLang="en-US" dirty="0"/>
              <a:t> 사용자의 프로필 사진 출력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1AD04-5030-7C12-0B86-D1DE430C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F2C73A-6408-92CB-0A6E-A533E3526A9C}"/>
              </a:ext>
            </a:extLst>
          </p:cNvPr>
          <p:cNvSpPr/>
          <p:nvPr/>
        </p:nvSpPr>
        <p:spPr>
          <a:xfrm>
            <a:off x="9043415" y="3762633"/>
            <a:ext cx="2814828" cy="342007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8A0C59-1D0C-7152-13D4-F48B5A6AC9AE}"/>
              </a:ext>
            </a:extLst>
          </p:cNvPr>
          <p:cNvSpPr txBox="1"/>
          <p:nvPr/>
        </p:nvSpPr>
        <p:spPr>
          <a:xfrm>
            <a:off x="3230880" y="1772961"/>
            <a:ext cx="91635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원인 </a:t>
            </a:r>
            <a:r>
              <a:rPr lang="en-US" altLang="ko-KR" dirty="0"/>
              <a:t>: </a:t>
            </a:r>
            <a:r>
              <a:rPr lang="ko-KR" altLang="en-US" dirty="0"/>
              <a:t>이미 </a:t>
            </a:r>
            <a:r>
              <a:rPr lang="ko-KR" altLang="en-US" dirty="0" err="1"/>
              <a:t>태그된</a:t>
            </a:r>
            <a:r>
              <a:rPr lang="ko-KR" altLang="en-US" dirty="0"/>
              <a:t> 사용자를 나타내는 </a:t>
            </a:r>
            <a:r>
              <a:rPr lang="en-US" altLang="ko-KR" dirty="0" err="1"/>
              <a:t>recyclerview</a:t>
            </a:r>
            <a:r>
              <a:rPr lang="en-US" altLang="ko-KR" dirty="0"/>
              <a:t> adapter</a:t>
            </a:r>
            <a:r>
              <a:rPr lang="ko-KR" altLang="en-US" dirty="0"/>
              <a:t>가 사용자 프로필 사진 데이터를 갖고 있지 않음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11A0F-5866-DC29-79B5-99FD484547FE}"/>
              </a:ext>
            </a:extLst>
          </p:cNvPr>
          <p:cNvSpPr txBox="1"/>
          <p:nvPr/>
        </p:nvSpPr>
        <p:spPr>
          <a:xfrm>
            <a:off x="3230880" y="2999154"/>
            <a:ext cx="881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변경 사항 </a:t>
            </a:r>
            <a:r>
              <a:rPr lang="en-US" altLang="ko-KR" dirty="0"/>
              <a:t>: </a:t>
            </a:r>
            <a:r>
              <a:rPr lang="ko-KR" altLang="en-US" dirty="0"/>
              <a:t>하단의 전체 사용자 </a:t>
            </a:r>
            <a:r>
              <a:rPr lang="en-US" altLang="ko-KR" dirty="0" err="1"/>
              <a:t>recyclerview</a:t>
            </a:r>
            <a:r>
              <a:rPr lang="en-US" altLang="ko-KR" dirty="0"/>
              <a:t> adapter</a:t>
            </a:r>
            <a:r>
              <a:rPr lang="ko-KR" altLang="en-US" dirty="0"/>
              <a:t>로부터 </a:t>
            </a:r>
            <a:r>
              <a:rPr lang="ko-KR" altLang="en-US" dirty="0" err="1"/>
              <a:t>태그된</a:t>
            </a:r>
            <a:r>
              <a:rPr lang="ko-KR" altLang="en-US" dirty="0"/>
              <a:t> 사용자의 프로필 사진 정보를 얻음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B9E910-2220-FCC1-E954-9D862D307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26" y="1636127"/>
            <a:ext cx="2902361" cy="527304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C995221-F087-21ED-5A05-2B00ED82BAD0}"/>
              </a:ext>
            </a:extLst>
          </p:cNvPr>
          <p:cNvSpPr/>
          <p:nvPr/>
        </p:nvSpPr>
        <p:spPr>
          <a:xfrm>
            <a:off x="295659" y="2753743"/>
            <a:ext cx="542541" cy="56857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30712E0-4693-572E-7793-9754B2B47313}"/>
              </a:ext>
            </a:extLst>
          </p:cNvPr>
          <p:cNvSpPr/>
          <p:nvPr/>
        </p:nvSpPr>
        <p:spPr>
          <a:xfrm>
            <a:off x="333757" y="3512207"/>
            <a:ext cx="2693923" cy="426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2AFB933-5F45-3AF2-AB67-A9B28AFE7733}"/>
              </a:ext>
            </a:extLst>
          </p:cNvPr>
          <p:cNvGrpSpPr/>
          <p:nvPr/>
        </p:nvGrpSpPr>
        <p:grpSpPr>
          <a:xfrm>
            <a:off x="8884920" y="0"/>
            <a:ext cx="3307080" cy="533367"/>
            <a:chOff x="5186680" y="807634"/>
            <a:chExt cx="3307080" cy="533367"/>
          </a:xfrm>
        </p:grpSpPr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54AEED7F-8464-E170-9A36-01A577ECC3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6680" y="807634"/>
              <a:ext cx="800609" cy="533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87381D-4A9F-0E86-061B-A6B5D85D05CE}"/>
                </a:ext>
              </a:extLst>
            </p:cNvPr>
            <p:cNvSpPr txBox="1"/>
            <p:nvPr/>
          </p:nvSpPr>
          <p:spPr>
            <a:xfrm>
              <a:off x="5987289" y="859909"/>
              <a:ext cx="25064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1.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찾고 해결한 문제점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A8EC096-B600-6CAE-E6E8-77CB25FA136B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3061206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8EE1-DBAE-39C9-540A-0BCBA1B8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644CE37-DD46-BC1B-5EE0-80B4BA36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936" y="2113399"/>
            <a:ext cx="7121876" cy="474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BDC0150-4EA5-124C-DB12-0894319E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44287"/>
            <a:ext cx="10968613" cy="128671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공모전 </a:t>
            </a:r>
            <a:r>
              <a:rPr lang="en-US" altLang="ko-KR" dirty="0"/>
              <a:t>2</a:t>
            </a:r>
            <a:r>
              <a:rPr lang="ko-KR" altLang="en-US" dirty="0"/>
              <a:t>차 발표에 대한 </a:t>
            </a:r>
            <a:br>
              <a:rPr lang="en-US" altLang="ko-KR" dirty="0"/>
            </a:br>
            <a:r>
              <a:rPr lang="en-US" altLang="ko-KR" dirty="0"/>
              <a:t>	</a:t>
            </a:r>
            <a:r>
              <a:rPr lang="ko-KR" altLang="en-US" dirty="0"/>
              <a:t>세부 내용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3CED2D-B298-6632-1E4C-0F32C431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81644-9CAB-52AB-AA62-459D51B1023B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4131723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EB866-FD88-6394-EAA5-FE039462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발표 및 평가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2D6FD0-39C1-CC4B-6A1A-80A01975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4695"/>
          </a:xfrm>
        </p:spPr>
        <p:txBody>
          <a:bodyPr/>
          <a:lstStyle/>
          <a:p>
            <a:r>
              <a:rPr lang="ko-KR" altLang="en-US" dirty="0"/>
              <a:t>발표자 </a:t>
            </a:r>
            <a:r>
              <a:rPr lang="en-US" altLang="ko-KR" dirty="0"/>
              <a:t>: </a:t>
            </a:r>
            <a:r>
              <a:rPr lang="ko-KR" altLang="en-US" dirty="0"/>
              <a:t>김현진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2E48B-AC56-AF20-7768-BF8D9962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C28753F-E434-7CC5-EEF8-AF76111ED46D}"/>
              </a:ext>
            </a:extLst>
          </p:cNvPr>
          <p:cNvGrpSpPr/>
          <p:nvPr/>
        </p:nvGrpSpPr>
        <p:grpSpPr>
          <a:xfrm>
            <a:off x="7316234" y="52275"/>
            <a:ext cx="4875767" cy="497721"/>
            <a:chOff x="7316234" y="52275"/>
            <a:chExt cx="4875767" cy="4977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E03219-EC5A-F421-8FED-8304AE6F5FF5}"/>
                </a:ext>
              </a:extLst>
            </p:cNvPr>
            <p:cNvSpPr txBox="1"/>
            <p:nvPr/>
          </p:nvSpPr>
          <p:spPr>
            <a:xfrm>
              <a:off x="8188961" y="52275"/>
              <a:ext cx="400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2.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공모전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차 발표에 대한 세부 내용</a:t>
              </a:r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6884C07F-FCBF-72C0-367F-686BE07F90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234" y="52275"/>
              <a:ext cx="747103" cy="497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530" name="Picture 2" descr="평면 디자인 전문 회사원">
            <a:extLst>
              <a:ext uri="{FF2B5EF4-FFF2-40B4-BE49-F238E27FC236}">
                <a16:creationId xmlns:a16="http://schemas.microsoft.com/office/drawing/2014/main" id="{AA0D3560-950F-B463-0C55-0B2C6898ED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351"/>
          <a:stretch/>
        </p:blipFill>
        <p:spPr bwMode="auto">
          <a:xfrm>
            <a:off x="-416560" y="2192972"/>
            <a:ext cx="4516120" cy="391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3976EBE-D753-BC2D-1D80-C8D77FE46B90}"/>
              </a:ext>
            </a:extLst>
          </p:cNvPr>
          <p:cNvSpPr txBox="1">
            <a:spLocks/>
          </p:cNvSpPr>
          <p:nvPr/>
        </p:nvSpPr>
        <p:spPr>
          <a:xfrm>
            <a:off x="863600" y="2415540"/>
            <a:ext cx="2235200" cy="73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1) </a:t>
            </a:r>
            <a:r>
              <a:rPr lang="ko-KR" altLang="en-US" dirty="0"/>
              <a:t>발표 </a:t>
            </a:r>
            <a:r>
              <a:rPr lang="en-US" altLang="ko-KR" dirty="0"/>
              <a:t>15</a:t>
            </a:r>
            <a:r>
              <a:rPr lang="ko-KR" altLang="en-US" dirty="0"/>
              <a:t>분</a:t>
            </a:r>
            <a:endParaRPr lang="en-US" altLang="ko-KR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1B4D0A3-AEEA-0009-C593-26533013F7FD}"/>
              </a:ext>
            </a:extLst>
          </p:cNvPr>
          <p:cNvSpPr/>
          <p:nvPr/>
        </p:nvSpPr>
        <p:spPr>
          <a:xfrm>
            <a:off x="4099560" y="3606800"/>
            <a:ext cx="2088914" cy="734695"/>
          </a:xfrm>
          <a:prstGeom prst="rightArrow">
            <a:avLst/>
          </a:prstGeom>
          <a:solidFill>
            <a:srgbClr val="3141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532" name="Picture 4" descr="세미나 개념 그림">
            <a:extLst>
              <a:ext uri="{FF2B5EF4-FFF2-40B4-BE49-F238E27FC236}">
                <a16:creationId xmlns:a16="http://schemas.microsoft.com/office/drawing/2014/main" id="{48379911-5ABE-48D7-6233-A600C34D94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34" t="12581"/>
          <a:stretch/>
        </p:blipFill>
        <p:spPr bwMode="auto">
          <a:xfrm>
            <a:off x="6380480" y="2797308"/>
            <a:ext cx="3434080" cy="330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78A6557-E1DA-BDBB-EAEF-C9D34686B286}"/>
              </a:ext>
            </a:extLst>
          </p:cNvPr>
          <p:cNvSpPr txBox="1">
            <a:spLocks/>
          </p:cNvSpPr>
          <p:nvPr/>
        </p:nvSpPr>
        <p:spPr>
          <a:xfrm>
            <a:off x="6380480" y="2415540"/>
            <a:ext cx="3058160" cy="73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2) </a:t>
            </a:r>
            <a:r>
              <a:rPr lang="ko-KR" altLang="en-US" dirty="0"/>
              <a:t>질의응답 </a:t>
            </a:r>
            <a:r>
              <a:rPr lang="en-US" altLang="ko-KR" dirty="0"/>
              <a:t>10</a:t>
            </a:r>
            <a:r>
              <a:rPr lang="ko-KR" altLang="en-US" dirty="0"/>
              <a:t>분</a:t>
            </a:r>
            <a:endParaRPr lang="en-US" altLang="ko-KR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DFB818F-900C-2E4E-C65C-4FC83B6D506A}"/>
              </a:ext>
            </a:extLst>
          </p:cNvPr>
          <p:cNvSpPr txBox="1">
            <a:spLocks/>
          </p:cNvSpPr>
          <p:nvPr/>
        </p:nvSpPr>
        <p:spPr>
          <a:xfrm>
            <a:off x="10160" y="5986780"/>
            <a:ext cx="5222240" cy="7346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발표 자료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차 심사에 제출한 자료 그대로</a:t>
            </a:r>
            <a:r>
              <a:rPr lang="en-US" altLang="ko-KR" dirty="0"/>
              <a:t>. (</a:t>
            </a:r>
            <a:r>
              <a:rPr lang="ko-KR" altLang="en-US" dirty="0"/>
              <a:t>수정 불가</a:t>
            </a:r>
            <a:r>
              <a:rPr lang="en-US" altLang="ko-KR" dirty="0"/>
              <a:t>)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CB00F2BC-7695-A0FC-F788-383EE99CCE73}"/>
              </a:ext>
            </a:extLst>
          </p:cNvPr>
          <p:cNvSpPr txBox="1">
            <a:spLocks/>
          </p:cNvSpPr>
          <p:nvPr/>
        </p:nvSpPr>
        <p:spPr>
          <a:xfrm>
            <a:off x="9423400" y="3283585"/>
            <a:ext cx="2555240" cy="2080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평가 위원 </a:t>
            </a:r>
            <a:r>
              <a:rPr lang="en-US" altLang="ko-KR" dirty="0"/>
              <a:t>: 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en-US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산학연 전문가 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7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인 내외로 구성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ko-KR" altLang="en-US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기업 임원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교수</a:t>
            </a:r>
            <a:r>
              <a:rPr lang="en-US" altLang="ko-KR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br>
              <a:rPr lang="en-US" altLang="ko-KR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</a:br>
            <a:r>
              <a:rPr lang="ko-KR" altLang="en-US" sz="18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데이터 연구자 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AD0F9-24CC-EB10-DD0B-0A6D948B9B42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1436714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F2E7-B50E-D5AF-437F-C8A1D842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A588B-9426-251D-EDC0-F26C66EE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발표 및 평가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5D470-AADF-2671-7DDF-BCD219976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80100"/>
          </a:xfrm>
        </p:spPr>
        <p:txBody>
          <a:bodyPr>
            <a:normAutofit/>
          </a:bodyPr>
          <a:lstStyle/>
          <a:p>
            <a:r>
              <a:rPr lang="ko-KR" altLang="en-US" dirty="0"/>
              <a:t>제출 서류 관련 안내</a:t>
            </a:r>
            <a:endParaRPr lang="en-US" altLang="ko-KR" dirty="0"/>
          </a:p>
          <a:p>
            <a:pPr lvl="1"/>
            <a:r>
              <a:rPr lang="ko-KR" altLang="en-US" dirty="0"/>
              <a:t>제출 서류</a:t>
            </a:r>
            <a:endParaRPr lang="en-US" altLang="ko-KR" dirty="0"/>
          </a:p>
          <a:p>
            <a:pPr lvl="2"/>
            <a:r>
              <a:rPr lang="ko-KR" altLang="en-US" sz="1400" dirty="0"/>
              <a:t>대학생 </a:t>
            </a:r>
            <a:r>
              <a:rPr lang="en-US" altLang="ko-KR" sz="1400" dirty="0"/>
              <a:t>: </a:t>
            </a:r>
            <a:r>
              <a:rPr lang="ko-KR" altLang="en-US" sz="1400" dirty="0"/>
              <a:t>재학증명서</a:t>
            </a:r>
            <a:endParaRPr lang="en-US" altLang="ko-KR" sz="1400" dirty="0"/>
          </a:p>
          <a:p>
            <a:pPr lvl="2"/>
            <a:r>
              <a:rPr lang="ko-KR" altLang="en-US" sz="140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미취업자</a:t>
            </a:r>
            <a:r>
              <a:rPr lang="en-US" altLang="ko-KR" sz="120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20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건강보험 자격득실 확인서</a:t>
            </a:r>
            <a:endParaRPr lang="en-US" altLang="ko-KR" sz="1400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lvl="1"/>
            <a:r>
              <a:rPr lang="ko-KR" altLang="en-US" dirty="0"/>
              <a:t>제출 방법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차 발표 참석 팀원이 일괄 제출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평가 일자</a:t>
            </a:r>
            <a:endParaRPr lang="en-US" altLang="ko-KR" dirty="0"/>
          </a:p>
          <a:p>
            <a:pPr lvl="1"/>
            <a:r>
              <a:rPr lang="ko-KR" altLang="en-US" dirty="0"/>
              <a:t>평가 일시 </a:t>
            </a:r>
            <a:r>
              <a:rPr lang="en-US" altLang="ko-KR" dirty="0"/>
              <a:t>: 12</a:t>
            </a:r>
            <a:r>
              <a:rPr lang="ko-KR" altLang="en-US" dirty="0"/>
              <a:t>월 </a:t>
            </a:r>
            <a:r>
              <a:rPr lang="en-US" altLang="ko-KR" dirty="0"/>
              <a:t>5</a:t>
            </a:r>
            <a:r>
              <a:rPr lang="ko-KR" altLang="en-US" dirty="0"/>
              <a:t>일 목요일 </a:t>
            </a:r>
            <a:r>
              <a:rPr lang="en-US" altLang="ko-KR" dirty="0"/>
              <a:t>(</a:t>
            </a:r>
            <a:r>
              <a:rPr lang="ko-KR" altLang="en-US" dirty="0"/>
              <a:t>다음 주 목요일</a:t>
            </a:r>
            <a:r>
              <a:rPr lang="en-US" altLang="ko-KR" dirty="0"/>
              <a:t>) </a:t>
            </a:r>
            <a:r>
              <a:rPr lang="ko-KR" altLang="en-US" dirty="0"/>
              <a:t>오전 </a:t>
            </a:r>
            <a:r>
              <a:rPr lang="en-US" altLang="ko-KR" dirty="0"/>
              <a:t>10</a:t>
            </a:r>
            <a:r>
              <a:rPr lang="ko-KR" altLang="en-US" dirty="0"/>
              <a:t>시</a:t>
            </a:r>
            <a:endParaRPr lang="en-US" altLang="ko-KR" dirty="0"/>
          </a:p>
          <a:p>
            <a:pPr lvl="1"/>
            <a:r>
              <a:rPr lang="ko-KR" altLang="en-US" dirty="0"/>
              <a:t>평가 장소 </a:t>
            </a:r>
            <a:r>
              <a:rPr lang="en-US" altLang="ko-KR" dirty="0"/>
              <a:t>: 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서울특별시 강남구 </a:t>
            </a:r>
            <a:r>
              <a:rPr lang="ko-KR" altLang="en-US" sz="2400" b="0" i="0" dirty="0" err="1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역삼로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</a:rPr>
              <a:t>111, B2 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CEDE92-D8ED-C991-1227-2C967AD3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87E9B1-5B02-BC20-3457-6E668940DB95}"/>
              </a:ext>
            </a:extLst>
          </p:cNvPr>
          <p:cNvGrpSpPr/>
          <p:nvPr/>
        </p:nvGrpSpPr>
        <p:grpSpPr>
          <a:xfrm>
            <a:off x="7316234" y="52275"/>
            <a:ext cx="4875767" cy="497721"/>
            <a:chOff x="7316234" y="52275"/>
            <a:chExt cx="4875767" cy="4977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523D47-A90B-569A-151E-8A81AB04BD79}"/>
                </a:ext>
              </a:extLst>
            </p:cNvPr>
            <p:cNvSpPr txBox="1"/>
            <p:nvPr/>
          </p:nvSpPr>
          <p:spPr>
            <a:xfrm>
              <a:off x="8188961" y="52275"/>
              <a:ext cx="400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2.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공모전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차 발표에 대한 세부 내용</a:t>
              </a:r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0A3FB507-8B2E-10A0-1280-20D2FA013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234" y="52275"/>
              <a:ext cx="747103" cy="497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4A7DC08-E144-E554-7680-041947E9CBE2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1640487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9A96-15FF-CF45-A896-1C656F31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3AFB3-CFFD-F26E-0BE6-E70E5CBC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2. 2</a:t>
            </a:r>
            <a:r>
              <a:rPr lang="ko-KR" altLang="en-US" dirty="0"/>
              <a:t>차 발표 준비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609B5-7A6D-2412-F771-3A1C2912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7240" cy="4980100"/>
          </a:xfrm>
        </p:spPr>
        <p:txBody>
          <a:bodyPr>
            <a:normAutofit/>
          </a:bodyPr>
          <a:lstStyle/>
          <a:p>
            <a:r>
              <a:rPr lang="ko-KR" altLang="en-US" dirty="0"/>
              <a:t>준비 기간 </a:t>
            </a:r>
            <a:r>
              <a:rPr lang="en-US" altLang="ko-KR" dirty="0"/>
              <a:t>: 6</a:t>
            </a:r>
            <a:r>
              <a:rPr lang="ko-KR" altLang="en-US" dirty="0"/>
              <a:t>일 </a:t>
            </a:r>
            <a:r>
              <a:rPr lang="en-US" altLang="ko-KR" dirty="0"/>
              <a:t>( 11</a:t>
            </a:r>
            <a:r>
              <a:rPr lang="ko-KR" altLang="en-US" dirty="0"/>
              <a:t>월 </a:t>
            </a:r>
            <a:r>
              <a:rPr lang="en-US" altLang="ko-KR" dirty="0"/>
              <a:t>29</a:t>
            </a:r>
            <a:r>
              <a:rPr lang="ko-KR" altLang="en-US" dirty="0"/>
              <a:t>일 </a:t>
            </a:r>
            <a:r>
              <a:rPr lang="en-US" altLang="ko-KR" dirty="0"/>
              <a:t>~ 12</a:t>
            </a:r>
            <a:r>
              <a:rPr lang="ko-KR" altLang="en-US" dirty="0"/>
              <a:t>월 </a:t>
            </a:r>
            <a:r>
              <a:rPr lang="en-US" altLang="ko-KR" dirty="0"/>
              <a:t>4</a:t>
            </a:r>
            <a:r>
              <a:rPr lang="ko-KR" altLang="en-US" dirty="0"/>
              <a:t>일 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발표일 </a:t>
            </a:r>
            <a:r>
              <a:rPr lang="en-US" altLang="ko-KR" dirty="0"/>
              <a:t>: 12</a:t>
            </a:r>
            <a:r>
              <a:rPr lang="ko-KR" altLang="en-US" dirty="0"/>
              <a:t>월 </a:t>
            </a:r>
            <a:r>
              <a:rPr lang="en-US" altLang="ko-KR" dirty="0"/>
              <a:t>5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/>
              <a:t>준비 계획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43ACE-1D86-A63B-6B39-D73C717B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7DAEBA2-3B42-0365-8EBE-65C5177CCC4B}"/>
              </a:ext>
            </a:extLst>
          </p:cNvPr>
          <p:cNvGrpSpPr/>
          <p:nvPr/>
        </p:nvGrpSpPr>
        <p:grpSpPr>
          <a:xfrm>
            <a:off x="7316234" y="52275"/>
            <a:ext cx="4875767" cy="497721"/>
            <a:chOff x="7316234" y="52275"/>
            <a:chExt cx="4875767" cy="4977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5708E3-C315-9B71-5833-E6625BD5F07F}"/>
                </a:ext>
              </a:extLst>
            </p:cNvPr>
            <p:cNvSpPr txBox="1"/>
            <p:nvPr/>
          </p:nvSpPr>
          <p:spPr>
            <a:xfrm>
              <a:off x="8188961" y="52275"/>
              <a:ext cx="400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2. 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공모전 </a:t>
              </a:r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r>
                <a:rPr lang="ko-KR" altLang="en-US" dirty="0">
                  <a:solidFill>
                    <a:schemeClr val="bg1">
                      <a:lumMod val="50000"/>
                    </a:schemeClr>
                  </a:solidFill>
                </a:rPr>
                <a:t>차 발표에 대한 세부 내용</a:t>
              </a:r>
            </a:p>
          </p:txBody>
        </p:sp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725DDEA8-CED8-B39F-DD18-F7046589EE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234" y="52275"/>
              <a:ext cx="747103" cy="497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255BDE-75F4-DC10-4766-B21A7C5F153C}"/>
              </a:ext>
            </a:extLst>
          </p:cNvPr>
          <p:cNvSpPr txBox="1"/>
          <p:nvPr/>
        </p:nvSpPr>
        <p:spPr>
          <a:xfrm>
            <a:off x="0" y="45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찾고 해결한 문제점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공모전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차 발표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C978FF-82FC-8C8F-B1E2-E052C603F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55770"/>
              </p:ext>
            </p:extLst>
          </p:nvPr>
        </p:nvGraphicFramePr>
        <p:xfrm>
          <a:off x="629920" y="3503506"/>
          <a:ext cx="108610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3520">
                  <a:extLst>
                    <a:ext uri="{9D8B030D-6E8A-4147-A177-3AD203B41FA5}">
                      <a16:colId xmlns:a16="http://schemas.microsoft.com/office/drawing/2014/main" val="3529250194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307305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할 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5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예상 질문 목록 만들기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11/29 ~ 11/30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90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Ppt </a:t>
                      </a:r>
                      <a:r>
                        <a:rPr lang="ko-KR" altLang="en-US" dirty="0"/>
                        <a:t>내용 숙지 및 대본 작성 </a:t>
                      </a:r>
                      <a:r>
                        <a:rPr lang="en-US" altLang="ko-KR" dirty="0"/>
                        <a:t>– </a:t>
                      </a:r>
                      <a:r>
                        <a:rPr lang="ko-KR" altLang="en-US" dirty="0"/>
                        <a:t>부분별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12/01 ~ 12/03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41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발표 연습 및 모의 발표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12/04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674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956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93CC6-0B56-3CF1-3A97-BC56AC80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9F9D3F5C-FDCE-30DC-D6C6-B6A65CEDF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017" y="2476189"/>
            <a:ext cx="5928737" cy="394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41C6DE-D604-82D9-745D-B84E67FAE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983" y="899500"/>
            <a:ext cx="12192000" cy="2387600"/>
          </a:xfrm>
        </p:spPr>
        <p:txBody>
          <a:bodyPr>
            <a:noAutofit/>
          </a:bodyPr>
          <a:lstStyle/>
          <a:p>
            <a:r>
              <a:rPr lang="ko-KR" altLang="en-US" sz="2800" dirty="0">
                <a:solidFill>
                  <a:srgbClr val="FF0000"/>
                </a:solidFill>
              </a:rPr>
              <a:t>전기 차단기 장독 구멍 </a:t>
            </a:r>
            <a:r>
              <a:rPr lang="en-US" altLang="ko-KR" sz="2800" dirty="0">
                <a:solidFill>
                  <a:srgbClr val="FF0000"/>
                </a:solidFill>
              </a:rPr>
              <a:t>: </a:t>
            </a:r>
            <a:r>
              <a:rPr lang="ko-KR" altLang="en-US" sz="2800" dirty="0">
                <a:solidFill>
                  <a:srgbClr val="FF0000"/>
                </a:solidFill>
              </a:rPr>
              <a:t>나중에도 문제 </a:t>
            </a:r>
            <a:r>
              <a:rPr lang="ko-KR" altLang="en-US" sz="2800" dirty="0" err="1">
                <a:solidFill>
                  <a:srgbClr val="FF0000"/>
                </a:solidFill>
              </a:rPr>
              <a:t>없을까여</a:t>
            </a:r>
            <a:br>
              <a:rPr lang="en-US" altLang="ko-KR" sz="2800" dirty="0">
                <a:solidFill>
                  <a:srgbClr val="FF0000"/>
                </a:solidFill>
              </a:rPr>
            </a:br>
            <a:br>
              <a:rPr lang="en-US" altLang="ko-KR" sz="2800" dirty="0">
                <a:solidFill>
                  <a:srgbClr val="FF0000"/>
                </a:solidFill>
              </a:rPr>
            </a:br>
            <a:r>
              <a:rPr lang="ko-KR" altLang="en-US" sz="2800" dirty="0">
                <a:solidFill>
                  <a:srgbClr val="FF0000"/>
                </a:solidFill>
              </a:rPr>
              <a:t>다음에 작업할 때는 원인 다시 생각 </a:t>
            </a:r>
            <a:r>
              <a:rPr lang="en-US" altLang="ko-KR" sz="2800" dirty="0">
                <a:solidFill>
                  <a:srgbClr val="FF0000"/>
                </a:solidFill>
              </a:rPr>
              <a:t>(</a:t>
            </a:r>
            <a:r>
              <a:rPr lang="ko-KR" altLang="en-US" sz="2800" dirty="0">
                <a:solidFill>
                  <a:srgbClr val="FF0000"/>
                </a:solidFill>
              </a:rPr>
              <a:t>여전히 결과</a:t>
            </a:r>
            <a:r>
              <a:rPr lang="en-US" altLang="ko-KR" sz="2800" dirty="0">
                <a:solidFill>
                  <a:srgbClr val="FF0000"/>
                </a:solidFill>
              </a:rPr>
              <a:t>)</a:t>
            </a:r>
            <a:br>
              <a:rPr lang="en-US" altLang="ko-KR" sz="2800" dirty="0">
                <a:solidFill>
                  <a:srgbClr val="FF0000"/>
                </a:solidFill>
              </a:rPr>
            </a:br>
            <a:br>
              <a:rPr lang="en-US" altLang="ko-KR" sz="2800" dirty="0">
                <a:solidFill>
                  <a:srgbClr val="FF0000"/>
                </a:solidFill>
              </a:rPr>
            </a:br>
            <a:r>
              <a:rPr lang="ko-KR" altLang="en-US" sz="2800" dirty="0">
                <a:solidFill>
                  <a:srgbClr val="FF0000"/>
                </a:solidFill>
              </a:rPr>
              <a:t>상하수도 </a:t>
            </a:r>
            <a:r>
              <a:rPr lang="en-US" altLang="ko-KR" sz="2800" dirty="0">
                <a:solidFill>
                  <a:srgbClr val="FF0000"/>
                </a:solidFill>
              </a:rPr>
              <a:t>: </a:t>
            </a:r>
            <a:r>
              <a:rPr lang="ko-KR" altLang="en-US" sz="2800" dirty="0">
                <a:solidFill>
                  <a:srgbClr val="FF0000"/>
                </a:solidFill>
              </a:rPr>
              <a:t>노후화 </a:t>
            </a:r>
            <a:r>
              <a:rPr lang="en-US" altLang="ko-KR" sz="2800" dirty="0">
                <a:solidFill>
                  <a:srgbClr val="FF0000"/>
                </a:solidFill>
              </a:rPr>
              <a:t>/ </a:t>
            </a:r>
            <a:r>
              <a:rPr lang="ko-KR" altLang="en-US" sz="2800" dirty="0">
                <a:solidFill>
                  <a:srgbClr val="FF0000"/>
                </a:solidFill>
              </a:rPr>
              <a:t>충격 </a:t>
            </a:r>
            <a:r>
              <a:rPr lang="en-US" altLang="ko-KR" sz="2800" dirty="0">
                <a:solidFill>
                  <a:srgbClr val="FF0000"/>
                </a:solidFill>
              </a:rPr>
              <a:t>-&gt; </a:t>
            </a:r>
            <a:r>
              <a:rPr lang="ko-KR" altLang="en-US" sz="2800" dirty="0">
                <a:solidFill>
                  <a:srgbClr val="FF0000"/>
                </a:solidFill>
              </a:rPr>
              <a:t>어떤 짓을 해서 생긴 문제라면 때웠다고 되는 문제가 </a:t>
            </a:r>
            <a:r>
              <a:rPr lang="ko-KR" altLang="en-US" sz="2800" dirty="0" err="1">
                <a:solidFill>
                  <a:srgbClr val="FF0000"/>
                </a:solidFill>
              </a:rPr>
              <a:t>아니잖아</a:t>
            </a:r>
            <a:r>
              <a:rPr lang="en-US" altLang="ko-KR" sz="2800" dirty="0">
                <a:solidFill>
                  <a:srgbClr val="FF0000"/>
                </a:solidFill>
              </a:rPr>
              <a:t>. </a:t>
            </a:r>
            <a:r>
              <a:rPr lang="ko-KR" altLang="en-US" sz="2800" dirty="0">
                <a:solidFill>
                  <a:srgbClr val="FF0000"/>
                </a:solidFill>
              </a:rPr>
              <a:t>전문가면 말해줄 수 있어야지</a:t>
            </a:r>
            <a:br>
              <a:rPr lang="en-US" altLang="ko-KR" sz="2800" dirty="0">
                <a:solidFill>
                  <a:srgbClr val="FF0000"/>
                </a:solidFill>
              </a:rPr>
            </a:br>
            <a:br>
              <a:rPr lang="en-US" altLang="ko-KR" sz="2800" dirty="0">
                <a:solidFill>
                  <a:srgbClr val="FF0000"/>
                </a:solidFill>
              </a:rPr>
            </a:br>
            <a:r>
              <a:rPr lang="ko-KR" altLang="en-US" sz="2800" dirty="0">
                <a:solidFill>
                  <a:srgbClr val="FF0000"/>
                </a:solidFill>
              </a:rPr>
              <a:t>원인 </a:t>
            </a:r>
            <a:r>
              <a:rPr lang="en-US" altLang="ko-KR" sz="2800" dirty="0">
                <a:solidFill>
                  <a:srgbClr val="FF0000"/>
                </a:solidFill>
              </a:rPr>
              <a:t>: </a:t>
            </a:r>
            <a:r>
              <a:rPr lang="ko-KR" altLang="en-US" sz="2800" dirty="0">
                <a:solidFill>
                  <a:srgbClr val="FF0000"/>
                </a:solidFill>
              </a:rPr>
              <a:t>시스템 </a:t>
            </a:r>
            <a:r>
              <a:rPr lang="en-US" altLang="ko-KR" sz="2800" dirty="0">
                <a:solidFill>
                  <a:srgbClr val="FF0000"/>
                </a:solidFill>
              </a:rPr>
              <a:t>or </a:t>
            </a:r>
            <a:r>
              <a:rPr lang="ko-KR" altLang="en-US" sz="2800" dirty="0">
                <a:solidFill>
                  <a:srgbClr val="FF0000"/>
                </a:solidFill>
              </a:rPr>
              <a:t>내 코드 </a:t>
            </a:r>
            <a:r>
              <a:rPr lang="en-US" altLang="ko-KR" sz="2800" dirty="0">
                <a:solidFill>
                  <a:srgbClr val="FF0000"/>
                </a:solidFill>
              </a:rPr>
              <a:t>(</a:t>
            </a:r>
            <a:r>
              <a:rPr lang="ko-KR" altLang="en-US" sz="2800" dirty="0">
                <a:solidFill>
                  <a:srgbClr val="FF0000"/>
                </a:solidFill>
              </a:rPr>
              <a:t>인과응보</a:t>
            </a:r>
            <a:r>
              <a:rPr lang="en-US" altLang="ko-KR" sz="2800" dirty="0">
                <a:solidFill>
                  <a:srgbClr val="FF0000"/>
                </a:solidFill>
              </a:rPr>
              <a:t>)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E579D6-C58A-815D-0700-3C6A58BE7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8240" y="6425920"/>
            <a:ext cx="4683760" cy="432079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팀노바</a:t>
            </a:r>
            <a:r>
              <a:rPr lang="ko-KR" altLang="en-US" dirty="0"/>
              <a:t> 응용 </a:t>
            </a: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     </a:t>
            </a:r>
            <a:r>
              <a:rPr lang="ko-KR" altLang="en-US" dirty="0"/>
              <a:t>김현진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33F40E-5663-212F-E7D0-EFEC07B0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44C3-FC3F-4909-A2CE-DFF3FA2382E9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43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1131</Words>
  <Application>Microsoft Office PowerPoint</Application>
  <PresentationFormat>와이드스크린</PresentationFormat>
  <Paragraphs>156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맑은 고딕</vt:lpstr>
      <vt:lpstr>Arial</vt:lpstr>
      <vt:lpstr>Segoe UI Variable Text</vt:lpstr>
      <vt:lpstr>Office 테마</vt:lpstr>
      <vt:lpstr>찾고 해결한 문제점 &amp; 공모전 2차 발표</vt:lpstr>
      <vt:lpstr>목차</vt:lpstr>
      <vt:lpstr>1. 찾고 해결한 문제점</vt:lpstr>
      <vt:lpstr>1. 회원 가입 시  비밀번호 조건 불만족 다이얼로그 2번 출력</vt:lpstr>
      <vt:lpstr>2. 회원 가입 시  검사/인증 완료된 값 아니어도 회원가입됨</vt:lpstr>
      <vt:lpstr>3. 회원 가입 시 서버 인증 실패할 경우,  아무런 메시지도 출력되지 않음</vt:lpstr>
      <vt:lpstr>4. 프로필 사진 있는 카카오 계정으로 로그인 X</vt:lpstr>
      <vt:lpstr>5. 소셜 계정 연동 시 로그아웃 X </vt:lpstr>
      <vt:lpstr>5. 소셜 계정 연동 시 로그아웃 X </vt:lpstr>
      <vt:lpstr>6. 소셜 계정 연동 시 ID, PW 수정란 표시 X</vt:lpstr>
      <vt:lpstr>7. 전화번호 인증 시 인증번호 받기 버튼  연속 클릭하면 연속으로 메시지가 도착함</vt:lpstr>
      <vt:lpstr>8. 게시글 삭제 시 위아래 스크롤해야 삭제됨</vt:lpstr>
      <vt:lpstr>9. 게시글 댓글 수정 시 마우스 포인터가  글 앞으로 가 있음</vt:lpstr>
      <vt:lpstr>10. 게시글 댓글 생성 시,  생성 직후 시간이 ‘-28973초’로 표시됨</vt:lpstr>
      <vt:lpstr>11. 게시글 작성 날짜가  1달 이상 전인데 ‘0개월 전’으로 뜸</vt:lpstr>
      <vt:lpstr>12. 검색 시 키보드가 올라오면, 화면 하단의 menu bar가 키보드 위로 올라옴</vt:lpstr>
      <vt:lpstr>13. 다른 사람 프로필 볼 때, 화면 하단이 menu_bar 크기만큼 비어있음</vt:lpstr>
      <vt:lpstr>14. 팔로우하는 사람 목록 보기 시 앱 꺼짐</vt:lpstr>
      <vt:lpstr>15. 게시글 작성할 때 사용자 태그 시, 이미 태그된 사용자의 프로필 사진 출력 X</vt:lpstr>
      <vt:lpstr>2. 공모전 2차 발표에 대한   세부 내용</vt:lpstr>
      <vt:lpstr>1. 발표 및 평가 방법</vt:lpstr>
      <vt:lpstr>1. 발표 및 평가 방법</vt:lpstr>
      <vt:lpstr>2. 2차 발표 준비 계획</vt:lpstr>
      <vt:lpstr>전기 차단기 장독 구멍 : 나중에도 문제 없을까여  다음에 작업할 때는 원인 다시 생각 (여전히 결과)  상하수도 : 노후화 / 충격 -&gt; 어떤 짓을 해서 생긴 문제라면 때웠다고 되는 문제가 아니잖아. 전문가면 말해줄 수 있어야지  원인 : 시스템 or 내 코드 (인과응보)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2024-11-28T09:31:58Z</dcterms:created>
  <dcterms:modified xsi:type="dcterms:W3CDTF">2024-11-28T14:02:11Z</dcterms:modified>
</cp:coreProperties>
</file>