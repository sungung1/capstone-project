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6630C2EA-4C7A-48C0-B805-BFC251D6065E}"/>
    <pc:docChg chg="custSel modSld">
      <pc:chgData name="현진 김" userId="75745d21e3536c0a" providerId="LiveId" clId="{6630C2EA-4C7A-48C0-B805-BFC251D6065E}" dt="2024-09-22T17:16:23.839" v="3" actId="20577"/>
      <pc:docMkLst>
        <pc:docMk/>
      </pc:docMkLst>
      <pc:sldChg chg="modSp mod">
        <pc:chgData name="현진 김" userId="75745d21e3536c0a" providerId="LiveId" clId="{6630C2EA-4C7A-48C0-B805-BFC251D6065E}" dt="2024-09-22T17:16:23.839" v="3" actId="20577"/>
        <pc:sldMkLst>
          <pc:docMk/>
          <pc:sldMk cId="1081687320" sldId="277"/>
        </pc:sldMkLst>
        <pc:spChg chg="mod">
          <ac:chgData name="현진 김" userId="75745d21e3536c0a" providerId="LiveId" clId="{6630C2EA-4C7A-48C0-B805-BFC251D6065E}" dt="2024-09-22T17:16:23.839" v="3" actId="20577"/>
          <ac:spMkLst>
            <pc:docMk/>
            <pc:sldMk cId="1081687320" sldId="277"/>
            <ac:spMk id="3" creationId="{403F9110-F248-AA57-2E0E-30F0DE683961}"/>
          </ac:spMkLst>
        </pc:spChg>
      </pc:sldChg>
      <pc:sldChg chg="delSp mod">
        <pc:chgData name="현진 김" userId="75745d21e3536c0a" providerId="LiveId" clId="{6630C2EA-4C7A-48C0-B805-BFC251D6065E}" dt="2024-09-22T17:13:46.150" v="0" actId="478"/>
        <pc:sldMkLst>
          <pc:docMk/>
          <pc:sldMk cId="2738673160" sldId="278"/>
        </pc:sldMkLst>
        <pc:spChg chg="del">
          <ac:chgData name="현진 김" userId="75745d21e3536c0a" providerId="LiveId" clId="{6630C2EA-4C7A-48C0-B805-BFC251D6065E}" dt="2024-09-22T17:13:46.150" v="0" actId="478"/>
          <ac:spMkLst>
            <pc:docMk/>
            <pc:sldMk cId="2738673160" sldId="278"/>
            <ac:spMk id="3" creationId="{9DF797A5-BFD3-144E-69F8-5CCF36CF82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18EF0-B3D0-18D7-C262-F61253E15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B54A66-17E5-F367-BBB7-96EE267CA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E81423-0234-0D72-4C5C-2B43E755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44E03-E3C6-6EA4-E1D9-83DBFE7D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8395DF-0FA6-F41D-D07F-FBA47B81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07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47D87-0CD3-8EC5-97FA-3FA5DAE3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DFCD23-BFE8-B5BF-6845-06F233589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69DA6F-60C5-07D2-C2B6-0F884238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9F5F92-D8FE-2430-06B7-F71B59B0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FA6214-C778-76A8-1E7B-7A0D2374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4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200F1-85A6-3C90-09CA-DD58DE66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E5C2B0-5D22-5E04-D1BE-9B3ACE385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F34CCF-B02A-6519-BABF-FED9D690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3D1A3E-9F9F-6AC0-D1E7-A9929CCC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E6DB6-EB3E-45F0-0DCD-1A9224E3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213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32542-C3B2-35D4-514F-B6E4D462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B33FFF-2D76-B1D3-32C3-61777BC8D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1B40FF-9320-2C1F-74C9-476AC3737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54E327-6466-97AE-2A38-BC283F93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4BBEFA-CFDD-2FD2-4191-0B4FEA3A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E075E7-1395-7C75-567F-50DB22C5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40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1520D-D4E9-F63E-FE18-65DD8027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0F44E-FBC0-1BD0-1FAF-2B19C41A8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24A8EA-D01E-2F27-87E4-06197A82B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A1DA28-8EE5-5F28-206C-22C854221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325728-7E30-82D5-52C7-B3D403768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67D9FF-5A03-529A-5904-4C5814A0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A30D31-3602-DEBE-C398-D9B5D681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761DE3-8A7A-DEB9-138B-6185234A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07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5E522-DC25-F7FE-15C5-8D5C8E65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86318F-8D29-F3B8-67DD-C66A1A67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EF7B2D-7259-5F64-DAFB-15F32D23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A10E6-20D3-DF7E-3DD4-1FED7D5E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65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933737-774B-7B1F-C16B-200613A2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9D1520-9EFC-CC43-B0E1-47D56858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6E4256-AED9-B3A0-BF0A-E2E6A70E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25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EA693-5D9B-AB3E-22ED-A942C26FA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7A5BF-BC03-9F82-3CE1-E723BA6C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D0FDBB-BB46-3E82-B50C-C793785F9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D0C8-133F-4CE0-F97B-F4E9DBEA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350AAD-F0A2-5452-C4A9-2C70D2F6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FC3921-B0D8-0DDD-6A67-F420702F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02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60663-57C4-27F7-E8B1-5E8FC5E4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493B55-E496-30A8-B317-699E5BE53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AFD352-9CE6-26F1-0F42-0B8A8E2A4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54356-313A-15E3-FE58-B036F730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1CE45C-C022-8315-8982-F97A7727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ED14DA-2DC6-3269-ED5B-BE922B4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06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90D01-12B2-DD12-1C6D-C2CAAC4D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35C284-3393-6907-E5F3-DC3267439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6B875-C6CA-CEEC-C073-F89BFC3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0FC88-3381-9543-0D8E-9285E7BA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EC4D8-DDC5-3EDB-FE1B-F155ED87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6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7AB121-55BB-2326-FECD-78767F4C6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C8A33C-FD45-C67B-FE73-ECAA88BC6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56FB7-8CFA-BF24-28FF-3B0B31EF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E77FCA-855E-F42C-67B6-2AB8F707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8E8252-EB1D-84DC-FEA4-19352FE8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14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78B578-6A12-6F45-B464-DEA8EE5F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8D5415-64C3-F05B-68D3-C71473321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6DCD3D-F060-1F38-2EBD-31C8045C6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BE88A-F382-48F7-BF52-901A8EDBB7A4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424EE3-42EB-B66D-5557-1CD4117D3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E40F6-96DA-B6E4-E2BD-6A151BBA1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ED508-35D9-49ED-84E3-BEE8E5250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8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cit.or.kr/board/library.do" TargetMode="External"/><Relationship Id="rId2" Type="http://schemas.openxmlformats.org/officeDocument/2006/relationships/hyperlink" Target="https://www.topcit.or.kr/introduction/syllabus.d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A13F8-D0CE-DFFF-F3AE-46485C1B8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TOPCIT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4B0C61-9440-909C-3A6E-BD80D01B7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목표 </a:t>
            </a:r>
            <a:r>
              <a:rPr lang="en-US" altLang="ko-KR" dirty="0"/>
              <a:t>1000</a:t>
            </a:r>
            <a:r>
              <a:rPr lang="ko-KR" altLang="en-US" dirty="0"/>
              <a:t>점</a:t>
            </a:r>
          </a:p>
        </p:txBody>
      </p:sp>
    </p:spTree>
    <p:extLst>
      <p:ext uri="{BB962C8B-B14F-4D97-AF65-F5344CB8AC3E}">
        <p14:creationId xmlns:p14="http://schemas.microsoft.com/office/powerpoint/2010/main" val="2999224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8312F-C74D-B588-9923-CB046EDD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8714F-9DEB-5BDC-042E-FAD76E46C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Acting</a:t>
            </a:r>
          </a:p>
          <a:p>
            <a:r>
              <a:rPr lang="ko-KR" altLang="en-US" dirty="0"/>
              <a:t>기술 문제 수 </a:t>
            </a:r>
            <a:r>
              <a:rPr lang="en-US" altLang="ko-KR" dirty="0"/>
              <a:t>42 </a:t>
            </a:r>
            <a:r>
              <a:rPr lang="ko-KR" altLang="en-US" dirty="0"/>
              <a:t>배점 비율</a:t>
            </a:r>
            <a:r>
              <a:rPr lang="en-US" altLang="ko-KR" dirty="0"/>
              <a:t>(55)	</a:t>
            </a:r>
          </a:p>
          <a:p>
            <a:pPr lvl="1"/>
            <a:r>
              <a:rPr lang="en-US" altLang="ko-KR" dirty="0"/>
              <a:t>SW, Data, </a:t>
            </a:r>
            <a:r>
              <a:rPr lang="ko-KR" altLang="en-US" dirty="0"/>
              <a:t>구조</a:t>
            </a:r>
            <a:r>
              <a:rPr lang="en-US" altLang="ko-KR" dirty="0"/>
              <a:t>, </a:t>
            </a:r>
            <a:r>
              <a:rPr lang="ko-KR" altLang="en-US" dirty="0"/>
              <a:t>보안</a:t>
            </a:r>
            <a:endParaRPr lang="en-US" altLang="ko-KR" dirty="0"/>
          </a:p>
          <a:p>
            <a:r>
              <a:rPr lang="ko-KR" altLang="en-US" dirty="0"/>
              <a:t>비즈니스 </a:t>
            </a:r>
            <a:r>
              <a:rPr lang="en-US" altLang="ko-KR" dirty="0"/>
              <a:t>20 (20)	</a:t>
            </a:r>
          </a:p>
          <a:p>
            <a:pPr lvl="1"/>
            <a:r>
              <a:rPr lang="ko-KR" altLang="en-US" dirty="0"/>
              <a:t>윤리</a:t>
            </a:r>
            <a:r>
              <a:rPr lang="en-US" altLang="ko-KR" dirty="0"/>
              <a:t>, </a:t>
            </a:r>
            <a:r>
              <a:rPr lang="ko-KR" altLang="en-US" dirty="0"/>
              <a:t>소통</a:t>
            </a:r>
            <a:endParaRPr lang="en-US" altLang="ko-KR" dirty="0"/>
          </a:p>
          <a:p>
            <a:r>
              <a:rPr lang="ko-KR" altLang="en-US" dirty="0"/>
              <a:t>융합 </a:t>
            </a:r>
            <a:r>
              <a:rPr lang="en-US" altLang="ko-KR" dirty="0"/>
              <a:t>3 (25)</a:t>
            </a:r>
          </a:p>
          <a:p>
            <a:endParaRPr lang="en-US" altLang="ko-KR" dirty="0"/>
          </a:p>
          <a:p>
            <a:r>
              <a:rPr lang="en-US" altLang="ko-KR" dirty="0"/>
              <a:t>1000</a:t>
            </a:r>
            <a:r>
              <a:rPr lang="ko-KR" altLang="en-US" dirty="0"/>
              <a:t>점 만점</a:t>
            </a:r>
            <a:r>
              <a:rPr lang="en-US" altLang="ko-KR" dirty="0"/>
              <a:t>. 2</a:t>
            </a:r>
            <a:r>
              <a:rPr lang="ko-KR" altLang="en-US" dirty="0"/>
              <a:t>시간 </a:t>
            </a:r>
            <a:r>
              <a:rPr lang="en-US" altLang="ko-KR" dirty="0"/>
              <a:t>30</a:t>
            </a:r>
            <a:r>
              <a:rPr lang="ko-KR" altLang="en-US" dirty="0"/>
              <a:t>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👊도전 점수 </a:t>
            </a:r>
            <a:r>
              <a:rPr lang="en-US" altLang="ko-KR" dirty="0"/>
              <a:t>= 1000</a:t>
            </a:r>
            <a:r>
              <a:rPr lang="ko-KR" altLang="en-US" dirty="0"/>
              <a:t>점</a:t>
            </a:r>
          </a:p>
        </p:txBody>
      </p:sp>
    </p:spTree>
    <p:extLst>
      <p:ext uri="{BB962C8B-B14F-4D97-AF65-F5344CB8AC3E}">
        <p14:creationId xmlns:p14="http://schemas.microsoft.com/office/powerpoint/2010/main" val="45002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53CDD8B-513A-D7BE-B839-4D4445A1A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21" y="0"/>
            <a:ext cx="11206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43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6BAE4B-A8B4-B91F-A445-8B044CFD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87"/>
            <a:ext cx="12192000" cy="600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7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64BCA-DE98-2D32-7FB9-B69E55D3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출제 기준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59E60-BBE4-BA68-72DF-1B74BC3458A4}"/>
              </a:ext>
            </a:extLst>
          </p:cNvPr>
          <p:cNvSpPr txBox="1"/>
          <p:nvPr/>
        </p:nvSpPr>
        <p:spPr>
          <a:xfrm>
            <a:off x="838200" y="1506022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목차</a:t>
            </a:r>
            <a:endParaRPr lang="en-US" altLang="ko-KR" dirty="0"/>
          </a:p>
          <a:p>
            <a:r>
              <a:rPr lang="ko-KR" altLang="en-US" dirty="0">
                <a:hlinkClick r:id="rId2"/>
              </a:rPr>
              <a:t>https://www.topcit.or.kr/introduction/syllabus.do</a:t>
            </a:r>
            <a:r>
              <a:rPr lang="ko-KR" altLang="en-US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영상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https://www.topcit.or.kr/board/library.do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467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64BCA-DE98-2D32-7FB9-B69E55D3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소프트웨어 개발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F9110-F248-AA57-2E0E-30F0DE683961}"/>
              </a:ext>
            </a:extLst>
          </p:cNvPr>
          <p:cNvSpPr txBox="1"/>
          <p:nvPr/>
        </p:nvSpPr>
        <p:spPr>
          <a:xfrm>
            <a:off x="838200" y="1506022"/>
            <a:ext cx="10043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양을 줄인다 </a:t>
            </a:r>
            <a:r>
              <a:rPr lang="en-US" altLang="ko-KR" dirty="0"/>
              <a:t>(</a:t>
            </a:r>
            <a:r>
              <a:rPr lang="ko-KR" altLang="en-US" dirty="0"/>
              <a:t>출제기준</a:t>
            </a:r>
            <a:r>
              <a:rPr lang="en-US" altLang="ko-KR" dirty="0"/>
              <a:t>(</a:t>
            </a:r>
            <a:r>
              <a:rPr lang="ko-KR" altLang="en-US" dirty="0"/>
              <a:t>영상</a:t>
            </a:r>
            <a:r>
              <a:rPr lang="en-US" altLang="ko-KR" dirty="0"/>
              <a:t>, </a:t>
            </a:r>
            <a:r>
              <a:rPr lang="ko-KR" altLang="en-US" dirty="0"/>
              <a:t>문서</a:t>
            </a:r>
            <a:r>
              <a:rPr lang="en-US" altLang="ko-KR" dirty="0"/>
              <a:t>),</a:t>
            </a:r>
            <a:r>
              <a:rPr lang="ko-KR" altLang="en-US" dirty="0"/>
              <a:t>기출 분석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지식 간의 연결 고리를  찾는다 </a:t>
            </a:r>
            <a:r>
              <a:rPr lang="en-US" altLang="ko-KR" dirty="0"/>
              <a:t>(</a:t>
            </a:r>
            <a:r>
              <a:rPr lang="ko-KR" altLang="en-US" dirty="0"/>
              <a:t>범주화</a:t>
            </a:r>
            <a:r>
              <a:rPr lang="en-US" altLang="ko-KR" dirty="0"/>
              <a:t>, </a:t>
            </a:r>
            <a:r>
              <a:rPr lang="ko-KR" altLang="en-US" dirty="0"/>
              <a:t>논리적 흐름</a:t>
            </a:r>
            <a:r>
              <a:rPr lang="en-US" altLang="ko-KR" dirty="0"/>
              <a:t>, </a:t>
            </a:r>
            <a:r>
              <a:rPr lang="ko-KR" altLang="en-US" dirty="0"/>
              <a:t>합리적 추론 등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내 배경지식과 연결한다</a:t>
            </a:r>
            <a:r>
              <a:rPr lang="en-US" altLang="ko-KR" dirty="0"/>
              <a:t>. (</a:t>
            </a:r>
            <a:r>
              <a:rPr lang="ko-KR" altLang="en-US" dirty="0"/>
              <a:t>이해</a:t>
            </a:r>
            <a:r>
              <a:rPr lang="en-US" altLang="ko-KR" dirty="0"/>
              <a:t>, </a:t>
            </a:r>
            <a:r>
              <a:rPr lang="ko-KR" altLang="en-US" dirty="0"/>
              <a:t>체화 등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외부 매개체를 만들어 연결한다</a:t>
            </a:r>
            <a:r>
              <a:rPr lang="en-US" altLang="ko-KR" dirty="0"/>
              <a:t>. (</a:t>
            </a:r>
            <a:r>
              <a:rPr lang="ko-KR" altLang="en-US" dirty="0"/>
              <a:t>변환</a:t>
            </a:r>
            <a:r>
              <a:rPr lang="en-US" altLang="ko-KR" dirty="0"/>
              <a:t>, </a:t>
            </a:r>
            <a:r>
              <a:rPr lang="ko-KR" altLang="en-US" dirty="0"/>
              <a:t>이미지화 등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연결을 유지하고</a:t>
            </a:r>
            <a:r>
              <a:rPr lang="en-US" altLang="ko-KR" dirty="0"/>
              <a:t>, </a:t>
            </a:r>
            <a:r>
              <a:rPr lang="ko-KR" altLang="en-US" dirty="0"/>
              <a:t>빈틈을 찾아 보완한다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8168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B8B30-BA13-D779-4207-0E78A381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양을 줄인다 </a:t>
            </a:r>
            <a:r>
              <a:rPr lang="en-US" altLang="ko-KR" dirty="0"/>
              <a:t>(</a:t>
            </a:r>
            <a:r>
              <a:rPr lang="ko-KR" altLang="en-US" dirty="0"/>
              <a:t>기출 분석 등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8673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041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153</Words>
  <Application>Microsoft Office PowerPoint</Application>
  <PresentationFormat>와이드스크린</PresentationFormat>
  <Paragraphs>25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TOPCIT</vt:lpstr>
      <vt:lpstr>기본 정보</vt:lpstr>
      <vt:lpstr>PowerPoint 프레젠테이션</vt:lpstr>
      <vt:lpstr>PowerPoint 프레젠테이션</vt:lpstr>
      <vt:lpstr>출제 기준</vt:lpstr>
      <vt:lpstr>1. 소프트웨어 개발 </vt:lpstr>
      <vt:lpstr>1. 양을 줄인다 (기출 분석 등)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2024-09-22T16:22:25Z</dcterms:created>
  <dcterms:modified xsi:type="dcterms:W3CDTF">2024-09-22T17:16:26Z</dcterms:modified>
</cp:coreProperties>
</file>