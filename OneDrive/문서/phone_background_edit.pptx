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3B736F-E7AC-4547-86AC-29F933D1E02D}" v="1" dt="2024-10-31T13:28:52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893B736F-E7AC-4547-86AC-29F933D1E02D}"/>
    <pc:docChg chg="undo custSel modSld">
      <pc:chgData name="현진 김" userId="75745d21e3536c0a" providerId="LiveId" clId="{893B736F-E7AC-4547-86AC-29F933D1E02D}" dt="2024-10-31T13:28:52.656" v="4" actId="164"/>
      <pc:docMkLst>
        <pc:docMk/>
      </pc:docMkLst>
      <pc:sldChg chg="addSp delSp modSp mod">
        <pc:chgData name="현진 김" userId="75745d21e3536c0a" providerId="LiveId" clId="{893B736F-E7AC-4547-86AC-29F933D1E02D}" dt="2024-10-31T13:28:52.656" v="4" actId="164"/>
        <pc:sldMkLst>
          <pc:docMk/>
          <pc:sldMk cId="3260783718" sldId="256"/>
        </pc:sldMkLst>
        <pc:spChg chg="mod">
          <ac:chgData name="현진 김" userId="75745d21e3536c0a" providerId="LiveId" clId="{893B736F-E7AC-4547-86AC-29F933D1E02D}" dt="2024-10-31T13:28:52.656" v="4" actId="164"/>
          <ac:spMkLst>
            <pc:docMk/>
            <pc:sldMk cId="3260783718" sldId="256"/>
            <ac:spMk id="8" creationId="{13D7B0CA-E6F2-5517-5F08-D95FE1FD1032}"/>
          </ac:spMkLst>
        </pc:spChg>
        <pc:spChg chg="mod">
          <ac:chgData name="현진 김" userId="75745d21e3536c0a" providerId="LiveId" clId="{893B736F-E7AC-4547-86AC-29F933D1E02D}" dt="2024-10-31T13:28:52.656" v="4" actId="164"/>
          <ac:spMkLst>
            <pc:docMk/>
            <pc:sldMk cId="3260783718" sldId="256"/>
            <ac:spMk id="9" creationId="{3386C786-26D1-7E70-63A3-46F28460D45D}"/>
          </ac:spMkLst>
        </pc:spChg>
        <pc:grpChg chg="add mod">
          <ac:chgData name="현진 김" userId="75745d21e3536c0a" providerId="LiveId" clId="{893B736F-E7AC-4547-86AC-29F933D1E02D}" dt="2024-10-31T13:28:52.656" v="4" actId="164"/>
          <ac:grpSpMkLst>
            <pc:docMk/>
            <pc:sldMk cId="3260783718" sldId="256"/>
            <ac:grpSpMk id="13" creationId="{82EBDE85-D0D9-A8D8-3880-91919F602740}"/>
          </ac:grpSpMkLst>
        </pc:grpChg>
        <pc:picChg chg="mod">
          <ac:chgData name="현진 김" userId="75745d21e3536c0a" providerId="LiveId" clId="{893B736F-E7AC-4547-86AC-29F933D1E02D}" dt="2024-10-31T13:28:52.656" v="4" actId="164"/>
          <ac:picMkLst>
            <pc:docMk/>
            <pc:sldMk cId="3260783718" sldId="256"/>
            <ac:picMk id="7" creationId="{675997B5-9CFC-2EBC-6A1C-8ED04842C1B6}"/>
          </ac:picMkLst>
        </pc:picChg>
        <pc:inkChg chg="add mod">
          <ac:chgData name="현진 김" userId="75745d21e3536c0a" providerId="LiveId" clId="{893B736F-E7AC-4547-86AC-29F933D1E02D}" dt="2024-10-31T13:28:52.656" v="4" actId="164"/>
          <ac:inkMkLst>
            <pc:docMk/>
            <pc:sldMk cId="3260783718" sldId="256"/>
            <ac:inkMk id="10" creationId="{C09DB238-51C7-0E2C-531F-C1DD754EAFF0}"/>
          </ac:inkMkLst>
        </pc:inkChg>
        <pc:inkChg chg="add del">
          <ac:chgData name="현진 김" userId="75745d21e3536c0a" providerId="LiveId" clId="{893B736F-E7AC-4547-86AC-29F933D1E02D}" dt="2024-10-31T13:28:41.148" v="2" actId="9405"/>
          <ac:inkMkLst>
            <pc:docMk/>
            <pc:sldMk cId="3260783718" sldId="256"/>
            <ac:inkMk id="11" creationId="{7537B929-7ED7-A4A9-26E4-4FFAD47586B9}"/>
          </ac:inkMkLst>
        </pc:inkChg>
        <pc:inkChg chg="add mod">
          <ac:chgData name="현진 김" userId="75745d21e3536c0a" providerId="LiveId" clId="{893B736F-E7AC-4547-86AC-29F933D1E02D}" dt="2024-10-31T13:28:52.656" v="4" actId="164"/>
          <ac:inkMkLst>
            <pc:docMk/>
            <pc:sldMk cId="3260783718" sldId="256"/>
            <ac:inkMk id="12" creationId="{B0F8BCA1-626F-C803-6009-7D73F1BCEF6F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13:28:38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24575,'0'949'0,"0"-944"-26,0 0-1,0-1 1,0 1-1,0-1 1,1 1-1,0-1 1,0 1-1,0-1 0,1 0 1,-1 1-1,5 7 1,-3-10-288,-1 1 0,1-1 0,0 1 1,-1-1-1,1 0 0,0 0 0,1 0 0,-1-1 0,0 1 1,0-1-1,1 1 0,-1-1 0,1 0 0,-1-1 1,1 1-1,5 0 0,48 4 3,0-3 0,-1-3 0,60-7 0,-38 3 424,618-11 6671,-665 14-6784,1-2 0,-1-1 0,0-1 0,45-15 0,-40 10 0,1 1 0,61-7 0,-39 16 0,-42 2 0,0-1 0,31-5 0,-45 4 0,0 0 0,1 0 0,-1 0 0,-1 0 0,1-1 0,0 0 0,0 1 0,0-1 0,-1 0 0,1 0 0,-1-1 0,0 1 0,0 0 0,1-1 0,-2 0 0,1 1 0,0-1 0,0 0 0,-1 0 0,0 0 0,1 0 0,-1 0 0,0 0 0,0 0 0,-1 0 0,1-1 0,-1 1 0,0 0 0,0-5 0,1-9 0,-1 0 0,-1 0 0,-1 0 0,-4-20 0,-6-12 0,-19-52 0,19 69 0,2 0 0,1-1 0,2 0 0,-6-60 0,11 70 0,0 0 0,-2 0 0,0 0 0,-2 0 0,-1 0 0,0 1 0,-15-29 0,8 18 0,8 20 0,1-1 0,-2 1 0,0 0 0,-16-22 0,9 16 0,12 16 0,1 0 0,-1 1 0,0-1 0,0 0 0,0 1 0,0 0 0,0-1 0,-1 1 0,1 0 0,-1 0 0,1 0 0,-1 1 0,0-1 0,0 0 0,0 1 0,0 0 0,0 0 0,0 0 0,0 0 0,0 0 0,0 1 0,0-1 0,-1 1 0,-2 0 0,-199 5 0,27 1 0,-87 11 0,176-9 0,-122 19 0,82-3 75,93-15-555,0-2 0,-63 4 0,76-11-6346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13:28:45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64 24575,'-9'29'0,"-1"-4"0,6 0 0,2-1 0,0 1 0,2 0 0,2 25 0,-2-47 0,1-1 0,-1 1 0,1 0 0,0-1 0,0 1 0,0-1 0,0 1 0,0-1 0,1 1 0,-1-1 0,1 0 0,-1 0 0,1 1 0,0-1 0,0-1 0,0 1 0,0 0 0,0 0 0,0-1 0,1 1 0,-1-1 0,0 0 0,1 1 0,-1-1 0,1 0 0,0-1 0,-1 1 0,1 0 0,0-1 0,3 1 0,7 0 0,0 0 0,1 0 0,-1-2 0,25-3 0,-35 4 0,-1-1 0,1 1 0,-1-1 0,1 0 0,-1 0 0,1 0 0,-1 0 0,1 0 0,-1 0 0,0-1 0,0 1 0,0-1 0,0 0 0,0 0 0,0 0 0,0 0 0,-1 0 0,1 0 0,1-2 0,0-1 0,-1 0 0,0 0 0,0-1 0,0 1 0,-1 0 0,1-1 0,-1 1 0,0-11 0,0 6 0,-1-1 0,0 1 0,-1 0 0,0 0 0,-1 0 0,0 0 0,-1 0 0,0 0 0,-8-17 0,4 17-105,0 0 0,-1 1 0,0 0 0,0 0 0,-1 1 0,-1 0 0,1 0 0,-1 1 0,0 1 0,-1-1 0,0 2 0,-16-7 0,12 4-6721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0EF2B-9A58-3C93-32E5-2B5B4A240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DC9495-C92B-F5A3-2316-F39BB4467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E3AAA5-8012-8398-9F29-3CA31402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EF54A-B50A-EA83-1543-B70288BF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6C25C0-C69E-203E-B7CE-CF7C8DFF9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8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98863-CB69-B99D-9EEC-1E1B8AB2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39262-99F7-5681-B53B-9B09FB8DC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89985B-F942-8B10-6299-BFC2B323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897C6-4AF7-E549-E4A9-7A878AD95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232071-1F7D-589B-5FE3-95FC060E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21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436F0-47DC-2A97-2AE0-286AC053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2CE058-2F0A-EF44-29C2-1EEC98A80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42B5CB-8142-5A09-A053-EE65C6E9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A769C6-B453-95EE-B3B3-282EADF65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92AAD5-1C5E-60B2-94E2-728E1E52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371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1B895-7A94-378C-0933-9E4637E2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6A4645-E376-6BE3-EFED-C5E57F04E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8510DD-F0E7-8C43-54E8-80BF9C75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C75E5-06D4-79AD-D307-6AA58B2E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ED690-5B24-CB2F-E789-4B21984C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C8429A-3A7D-3C78-AE61-C82EBC89F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771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B4F55-30F8-BEAA-1F94-BDB15ABA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3438CB-7FA2-4605-9212-8FA8CEF80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5BBF90-B122-6599-9D0F-FA247D7AF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86CADDE-ED02-8766-65CE-07631A4F6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58D7BF0-B021-425F-4C01-4DEC1F39D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292952-0F4C-CF3C-5228-6C7AAEAC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7BD9A8-7A1E-9910-2047-71202018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771C78-6D0B-2A92-33C2-89E17F1C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764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76CAA-B130-A803-EF67-9A9DE22E7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B65A37-1E9C-F848-6CD6-E41EC5AE1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61F4F7-24EB-744F-F5CD-D8D3BB78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3E66C2-B933-DCF4-2DCE-899D3D7B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6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47844B-C2E5-D8D3-C672-02D3F7F0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84E339-6625-2BCC-3B42-846ED5FE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00CFA-220B-7FE0-909B-E3A87071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72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AE389-7375-40D1-5C53-96AB34F82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F1AB37-66CF-CCAB-F3FF-241417ABC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C84AA0-7403-885E-95F0-C195FAE3B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2350D6-73B3-336A-3813-1C6B02C8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F1CE61-AB2C-71DA-AFF3-9A8D2710C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109AEB-B7B1-70B8-D36A-E0F11F61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803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6076D-A2CF-066D-602C-6C6D2853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1F2294-CE47-61C4-B1A5-9197216AC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85A731-7C3B-A3F4-C4A8-C1E12FFD7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EDEF8D-F490-67FF-880D-779D8A6E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D3D6F6-CC2E-D135-1B35-25FAB58A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575474-1EAA-EC8A-71B1-096C96B3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6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00921D-40A7-6F0E-F7F2-1785F3C9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F3C707-91A8-861A-4EC1-1FFF6CCDE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1A0F2-B0ED-0A16-7AC8-E2CBF9C3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881A5D-B905-E631-DE6E-DD552A96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63C7B-FAC5-9B82-7571-024B7CEA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64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4D93E4-D790-75C7-7C3D-31F08D790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781171-70F1-DBCF-B999-9DEEE2D03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37C38-2C36-C719-2888-C7D92820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86C614-0616-F35F-7F7F-767FFE6D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F02836-CDCF-3114-7DB1-73DE8F0B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00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03BC38-7D71-1F19-EF07-E0FBD34B3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CAB50E-5DFA-CFF8-E06A-2FDF6B223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A89E3-518B-DD84-72E7-DB6DDFA7F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E47C2-C18E-406F-9D57-010A619C4089}" type="datetimeFigureOut">
              <a:rPr lang="ko-KR" altLang="en-US" smtClean="0"/>
              <a:t>2024-10-31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FB0DFA-84AA-5A4F-072A-2B9AE0472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6A43DC-B0F5-F181-1732-790DC5E43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2556F-65A9-4ACE-AF3E-FD69BF4E8C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016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83F49DF-E4CD-F92A-AFE4-68304712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567" y="-164211"/>
            <a:ext cx="4397433" cy="68580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2EBDE85-D0D9-A8D8-3880-91919F602740}"/>
              </a:ext>
            </a:extLst>
          </p:cNvPr>
          <p:cNvGrpSpPr/>
          <p:nvPr/>
        </p:nvGrpSpPr>
        <p:grpSpPr>
          <a:xfrm>
            <a:off x="6966882" y="-95250"/>
            <a:ext cx="3858936" cy="6858000"/>
            <a:chOff x="6966882" y="-95250"/>
            <a:chExt cx="3858936" cy="6858000"/>
          </a:xfrm>
        </p:grpSpPr>
        <p:pic>
          <p:nvPicPr>
            <p:cNvPr id="7" name="그림 6" descr="잔디, 야외, 구름, 경치이(가) 표시된 사진&#10;&#10;자동 생성된 설명">
              <a:extLst>
                <a:ext uri="{FF2B5EF4-FFF2-40B4-BE49-F238E27FC236}">
                  <a16:creationId xmlns:a16="http://schemas.microsoft.com/office/drawing/2014/main" id="{675997B5-9CFC-2EBC-6A1C-8ED04842C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6882" y="-95250"/>
              <a:ext cx="3858936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3D7B0CA-E6F2-5517-5F08-D95FE1FD1032}"/>
                </a:ext>
              </a:extLst>
            </p:cNvPr>
            <p:cNvSpPr txBox="1"/>
            <p:nvPr/>
          </p:nvSpPr>
          <p:spPr>
            <a:xfrm>
              <a:off x="7805737" y="742950"/>
              <a:ext cx="21812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의지는 쓸데없다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.</a:t>
              </a:r>
            </a:p>
            <a:p>
              <a:pPr algn="ctr"/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행동만 있으면 된다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86C786-26D1-7E70-63A3-46F28460D45D}"/>
                </a:ext>
              </a:extLst>
            </p:cNvPr>
            <p:cNvSpPr txBox="1"/>
            <p:nvPr/>
          </p:nvSpPr>
          <p:spPr>
            <a:xfrm>
              <a:off x="6966882" y="1389281"/>
              <a:ext cx="3858936" cy="3895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b="1" dirty="0">
                  <a:solidFill>
                    <a:srgbClr val="FF0000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변화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from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오늘</a:t>
              </a:r>
              <a:endParaRPr lang="en-US" altLang="ko-KR" b="1" dirty="0">
                <a:solidFill>
                  <a:schemeClr val="bg1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연봉 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5000</a:t>
              </a:r>
            </a:p>
            <a:p>
              <a:pPr>
                <a:lnSpc>
                  <a:spcPct val="200000"/>
                </a:lnSpc>
              </a:pP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미국 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ai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개발자</a:t>
              </a:r>
              <a:endParaRPr lang="en-US" altLang="ko-KR" b="1" dirty="0">
                <a:solidFill>
                  <a:schemeClr val="bg1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생존 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: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상품성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,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능력 특출 증명</a:t>
              </a:r>
              <a:endParaRPr lang="en-US" altLang="ko-KR" b="1" dirty="0">
                <a:solidFill>
                  <a:schemeClr val="bg1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전체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,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세계 👀</a:t>
              </a:r>
              <a:endParaRPr lang="en-US" altLang="ko-KR" b="1" dirty="0">
                <a:solidFill>
                  <a:schemeClr val="bg1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성공 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=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성실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,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끈기 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+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노력</a:t>
              </a:r>
              <a:endParaRPr lang="en-US" altLang="ko-KR" b="1" dirty="0">
                <a:solidFill>
                  <a:schemeClr val="bg1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1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일 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1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최선 </a:t>
              </a:r>
              <a:r>
                <a:rPr lang="en-US" altLang="ko-KR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1</a:t>
              </a:r>
              <a:r>
                <a:rPr lang="ko-KR" altLang="en-US" b="1" dirty="0">
                  <a:solidFill>
                    <a:schemeClr val="bg1"/>
                  </a:solidFill>
                  <a:latin typeface="스물셋유진체!" panose="020B0600000101010101" pitchFamily="34" charset="-127"/>
                  <a:ea typeface="스물셋유진체!" panose="020B0600000101010101" pitchFamily="34" charset="-127"/>
                </a:rPr>
                <a:t> 점검 질문</a:t>
              </a:r>
              <a:endParaRPr lang="en-US" altLang="ko-KR" b="1" dirty="0">
                <a:solidFill>
                  <a:schemeClr val="bg1"/>
                </a:solidFill>
                <a:latin typeface="스물셋유진체!" panose="020B0600000101010101" pitchFamily="34" charset="-127"/>
                <a:ea typeface="스물셋유진체!" panose="020B0600000101010101" pitchFamily="34" charset="-127"/>
              </a:endParaRP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09DB238-51C7-0E2C-531F-C1DD754EAFF0}"/>
                    </a:ext>
                  </a:extLst>
                </p14:cNvPr>
                <p14:cNvContentPartPr/>
                <p14:nvPr/>
              </p14:nvContentPartPr>
              <p14:xfrm>
                <a:off x="9527472" y="4247784"/>
                <a:ext cx="613080" cy="3808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09DB238-51C7-0E2C-531F-C1DD754EAFF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18832" y="4239144"/>
                  <a:ext cx="6307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0F8BCA1-626F-C803-6009-7D73F1BCEF6F}"/>
                    </a:ext>
                  </a:extLst>
                </p14:cNvPr>
                <p14:cNvContentPartPr/>
                <p14:nvPr/>
              </p14:nvContentPartPr>
              <p14:xfrm>
                <a:off x="9563472" y="4521384"/>
                <a:ext cx="77400" cy="117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0F8BCA1-626F-C803-6009-7D73F1BCEF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54832" y="4512384"/>
                  <a:ext cx="95040" cy="13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6078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스물셋유진체!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2024-10-31T13:23:26Z</dcterms:created>
  <dcterms:modified xsi:type="dcterms:W3CDTF">2024-10-31T13:28:56Z</dcterms:modified>
</cp:coreProperties>
</file>