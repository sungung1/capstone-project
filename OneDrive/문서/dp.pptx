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29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FBEF93-B425-4353-017C-1C9E43B293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82912D5-9A97-8DD8-5989-4C0724B5B4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CF274C-E707-0949-AF77-BF4841412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72BB4-94BE-47B7-A4B9-284978358265}" type="datetimeFigureOut">
              <a:rPr lang="ko-KR" altLang="en-US" smtClean="0"/>
              <a:t>2024-11-13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66C8A2-9CFF-238B-C7BF-CED74CC77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4C1617-1966-06DB-B8C0-3DAFFF1CC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2944-84A0-4FD6-8F22-E9B4D7E244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3538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1DEC5A-E202-4A39-E8F7-3D367C424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42DA00-35D2-8982-CA54-D0CA1CE19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0B6E69-422D-2DA3-25DB-D8CDEBD34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72BB4-94BE-47B7-A4B9-284978358265}" type="datetimeFigureOut">
              <a:rPr lang="ko-KR" altLang="en-US" smtClean="0"/>
              <a:t>2024-11-13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9DA73-24BD-FA81-11E1-4DBE5CFCB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285174-8399-3671-B885-DF26C627E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2944-84A0-4FD6-8F22-E9B4D7E244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8028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BB6E90-E9DE-E5C7-32BA-C01EA7947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0FFBD9-8E3F-30DA-4083-9D7A529A3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BEE566-2CF6-F338-F88B-AF4AE3E3C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72BB4-94BE-47B7-A4B9-284978358265}" type="datetimeFigureOut">
              <a:rPr lang="ko-KR" altLang="en-US" smtClean="0"/>
              <a:t>2024-11-13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9E92BD-C12D-BDD2-344C-7EFA3ED3D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B9CEAA-04A0-48F8-842F-527E06705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2944-84A0-4FD6-8F22-E9B4D7E244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2904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58D4B8-1D3A-1933-C1F6-9717FFCCA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F8FE5D-0399-5350-C7EA-6A0A2754B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ABC6B7-D81C-E9BF-60E7-21AB4E9239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52523D-91FF-3145-115B-AE1E0BE71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72BB4-94BE-47B7-A4B9-284978358265}" type="datetimeFigureOut">
              <a:rPr lang="ko-KR" altLang="en-US" smtClean="0"/>
              <a:t>2024-11-13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8654F1E-A43C-FC6D-EDDF-060B914C2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53EBEF-6707-1AE2-86FA-68A523219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2944-84A0-4FD6-8F22-E9B4D7E244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2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6EFBA3-F793-89FE-934C-8F08750AC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9CE660-48E0-5BCE-DD51-88C8E496B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3C1176-6ECC-C699-4CAC-ACF5C4090B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B7F4F0-5298-8125-001F-86602579B2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47D25D0-D05A-508D-A9EA-8D9039829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554ABA0-DAE9-B2C7-4889-2BF04A043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72BB4-94BE-47B7-A4B9-284978358265}" type="datetimeFigureOut">
              <a:rPr lang="ko-KR" altLang="en-US" smtClean="0"/>
              <a:t>2024-11-13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D654892-A6AF-E302-06BA-C4E654CBE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DFE23DE-FC95-2FC9-FD10-258E92130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2944-84A0-4FD6-8F22-E9B4D7E244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8942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CF9E9D-1071-2702-4CEC-1307841A8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52967A3-9513-9C3B-77EB-896742A1A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72BB4-94BE-47B7-A4B9-284978358265}" type="datetimeFigureOut">
              <a:rPr lang="ko-KR" altLang="en-US" smtClean="0"/>
              <a:t>2024-11-13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8A718BA-0526-9713-16C3-5272BF875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3109A00-D94C-0B35-EBB4-D1689DF2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2944-84A0-4FD6-8F22-E9B4D7E244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096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06C5588-3F8F-71C9-9F27-768E6AE75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72BB4-94BE-47B7-A4B9-284978358265}" type="datetimeFigureOut">
              <a:rPr lang="ko-KR" altLang="en-US" smtClean="0"/>
              <a:t>2024-11-13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31E1BE8-A215-2F04-D8B4-E92605780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3F9D92-00C5-EA06-42FC-D1EEAFB99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2944-84A0-4FD6-8F22-E9B4D7E244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673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F377F6-FA1F-0783-4A21-752021751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3AA039-0EF5-A12A-56B1-4BB070F96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15975B-60C4-F734-4B3B-F8AD6C7D9A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773434-0363-04E7-3568-7F0647FAB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72BB4-94BE-47B7-A4B9-284978358265}" type="datetimeFigureOut">
              <a:rPr lang="ko-KR" altLang="en-US" smtClean="0"/>
              <a:t>2024-11-13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BE3187-35A9-9B80-B793-BA4179010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9172FC-6BD8-B89F-361B-059716EE0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2944-84A0-4FD6-8F22-E9B4D7E244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503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59659A-1C6C-33F7-80F7-4E2F44FB1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49D604C-CC80-F84B-D929-833C151646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EC55DD-FB0A-D378-8642-0C1575937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CAAB7B-2BD2-49A9-E64B-1A463D7B0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72BB4-94BE-47B7-A4B9-284978358265}" type="datetimeFigureOut">
              <a:rPr lang="ko-KR" altLang="en-US" smtClean="0"/>
              <a:t>2024-11-13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9DD48C-9A93-0FE9-2184-3126F7873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812198-DBC8-B22C-699A-DFBC31C75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2944-84A0-4FD6-8F22-E9B4D7E244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0551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DCE126-B1FC-6BEB-1D45-C6E18611F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AD16A7E-E35C-F6E6-C483-88756FE3F3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D4788D-10D6-DAB4-509A-3DCFF2F1F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72BB4-94BE-47B7-A4B9-284978358265}" type="datetimeFigureOut">
              <a:rPr lang="ko-KR" altLang="en-US" smtClean="0"/>
              <a:t>2024-11-13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BBD262-BB23-534C-B761-2EC43217A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97860E-3454-B4BD-F681-8F2AF5303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2944-84A0-4FD6-8F22-E9B4D7E244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3949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A79A466-E286-DD9C-62EC-304FF5D56E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9886841-4C09-8733-3001-C3EC36F867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86B10B-D66E-4C79-3F2C-40A6D2AA3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72BB4-94BE-47B7-A4B9-284978358265}" type="datetimeFigureOut">
              <a:rPr lang="ko-KR" altLang="en-US" smtClean="0"/>
              <a:t>2024-11-13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515452-A930-4D5A-4CF0-DFCBA3E1C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1E076D-1F26-6D96-E631-FD26525B5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2944-84A0-4FD6-8F22-E9B4D7E244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6687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EB5BE89-7007-F088-9FBA-CA0A2A52E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EBC0EB-931B-45B4-B52C-FE54FC269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25C473-ABCD-5011-6A97-54C5323A88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F72BB4-94BE-47B7-A4B9-284978358265}" type="datetimeFigureOut">
              <a:rPr lang="ko-KR" altLang="en-US" smtClean="0"/>
              <a:t>2024-11-13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4685EF-54A6-4317-D500-DFB3AC9531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1819CE-DFD3-BBA1-E796-EAB1FC9D2A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602944-84A0-4FD6-8F22-E9B4D7E244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221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B43CAC4-1D3D-554D-1324-3FA7DE3FA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126" y="42390"/>
            <a:ext cx="7687748" cy="67732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9511B11-288D-D4AC-E569-D803441EFFC5}"/>
              </a:ext>
            </a:extLst>
          </p:cNvPr>
          <p:cNvSpPr txBox="1"/>
          <p:nvPr/>
        </p:nvSpPr>
        <p:spPr>
          <a:xfrm>
            <a:off x="156182" y="3205558"/>
            <a:ext cx="41264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테두리 채우기</a:t>
            </a:r>
            <a:r>
              <a:rPr lang="en-US" altLang="ko-K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(1 </a:t>
            </a:r>
            <a:r>
              <a:rPr lang="ko-KR" alt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나타나기 전까지</a:t>
            </a:r>
            <a:r>
              <a:rPr lang="en-US" altLang="ko-K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</a:t>
            </a:r>
          </a:p>
          <a:p>
            <a:pPr marL="342900" indent="-342900">
              <a:buAutoNum type="arabicPeriod"/>
            </a:pPr>
            <a:endParaRPr lang="ko-KR" alt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3625A2-0BE3-F2AE-BC54-6BD33B1AD4FD}"/>
              </a:ext>
            </a:extLst>
          </p:cNvPr>
          <p:cNvSpPr txBox="1"/>
          <p:nvPr/>
        </p:nvSpPr>
        <p:spPr>
          <a:xfrm>
            <a:off x="5675376" y="930042"/>
            <a:ext cx="12282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100</a:t>
            </a:r>
          </a:p>
          <a:p>
            <a:r>
              <a:rPr lang="en-US" altLang="ko-KR" dirty="0"/>
              <a:t>horizontal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BCC239-982F-7B00-A8DA-295B7663E49A}"/>
              </a:ext>
            </a:extLst>
          </p:cNvPr>
          <p:cNvSpPr txBox="1"/>
          <p:nvPr/>
        </p:nvSpPr>
        <p:spPr>
          <a:xfrm>
            <a:off x="3624072" y="2993538"/>
            <a:ext cx="9489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100</a:t>
            </a:r>
          </a:p>
          <a:p>
            <a:r>
              <a:rPr lang="en-US" altLang="ko-KR" dirty="0"/>
              <a:t>Vertical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58DF11-103F-6B89-8298-8919DB8869BE}"/>
              </a:ext>
            </a:extLst>
          </p:cNvPr>
          <p:cNvSpPr txBox="1"/>
          <p:nvPr/>
        </p:nvSpPr>
        <p:spPr>
          <a:xfrm>
            <a:off x="3739896" y="5294778"/>
            <a:ext cx="9489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200</a:t>
            </a:r>
          </a:p>
          <a:p>
            <a:r>
              <a:rPr lang="en-US" altLang="ko-KR" dirty="0"/>
              <a:t>Vertical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97E1E3-55C4-421B-F17A-331ED07A9277}"/>
              </a:ext>
            </a:extLst>
          </p:cNvPr>
          <p:cNvSpPr txBox="1"/>
          <p:nvPr/>
        </p:nvSpPr>
        <p:spPr>
          <a:xfrm>
            <a:off x="7940040" y="930041"/>
            <a:ext cx="126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200</a:t>
            </a:r>
          </a:p>
          <a:p>
            <a:r>
              <a:rPr lang="en-US" altLang="ko-KR" dirty="0"/>
              <a:t>Horizontal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9012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72D6BBE-9EEF-0524-E516-CB6BA18FD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403" y="0"/>
            <a:ext cx="7068536" cy="66589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22BC18-45B6-D213-C1EB-51F93F2ACFC0}"/>
              </a:ext>
            </a:extLst>
          </p:cNvPr>
          <p:cNvSpPr txBox="1"/>
          <p:nvPr/>
        </p:nvSpPr>
        <p:spPr>
          <a:xfrm>
            <a:off x="5297424" y="1841394"/>
            <a:ext cx="9489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100</a:t>
            </a:r>
          </a:p>
          <a:p>
            <a:r>
              <a:rPr lang="en-US" altLang="ko-KR" dirty="0"/>
              <a:t>Vertical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5E0FA4-C757-FDEA-57FE-D9D711645D97}"/>
              </a:ext>
            </a:extLst>
          </p:cNvPr>
          <p:cNvSpPr txBox="1"/>
          <p:nvPr/>
        </p:nvSpPr>
        <p:spPr>
          <a:xfrm>
            <a:off x="5297424" y="2782669"/>
            <a:ext cx="9489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200</a:t>
            </a:r>
          </a:p>
          <a:p>
            <a:r>
              <a:rPr lang="en-US" altLang="ko-KR" dirty="0"/>
              <a:t>Vertical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100612-E16E-5B7F-3091-E8F3B0312746}"/>
              </a:ext>
            </a:extLst>
          </p:cNvPr>
          <p:cNvSpPr txBox="1"/>
          <p:nvPr/>
        </p:nvSpPr>
        <p:spPr>
          <a:xfrm>
            <a:off x="6246338" y="900119"/>
            <a:ext cx="5645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100</a:t>
            </a:r>
          </a:p>
          <a:p>
            <a:r>
              <a:rPr lang="en-US" altLang="ko-KR" dirty="0" err="1"/>
              <a:t>hor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085E4A-5DE8-AC32-9666-F916ACE191B2}"/>
              </a:ext>
            </a:extLst>
          </p:cNvPr>
          <p:cNvSpPr txBox="1"/>
          <p:nvPr/>
        </p:nvSpPr>
        <p:spPr>
          <a:xfrm>
            <a:off x="7377146" y="900118"/>
            <a:ext cx="5645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200</a:t>
            </a:r>
          </a:p>
          <a:p>
            <a:r>
              <a:rPr lang="en-US" altLang="ko-KR" dirty="0" err="1"/>
              <a:t>hor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3818AE-AB93-E8A7-9F85-4DCF339B7A4B}"/>
              </a:ext>
            </a:extLst>
          </p:cNvPr>
          <p:cNvSpPr txBox="1"/>
          <p:nvPr/>
        </p:nvSpPr>
        <p:spPr>
          <a:xfrm>
            <a:off x="8377734" y="900117"/>
            <a:ext cx="5645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300</a:t>
            </a:r>
          </a:p>
          <a:p>
            <a:r>
              <a:rPr lang="en-US" altLang="ko-KR" dirty="0" err="1"/>
              <a:t>hor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2F8534-F2BC-17E3-B64F-03C39CA56D6A}"/>
              </a:ext>
            </a:extLst>
          </p:cNvPr>
          <p:cNvSpPr txBox="1"/>
          <p:nvPr/>
        </p:nvSpPr>
        <p:spPr>
          <a:xfrm>
            <a:off x="9378322" y="900116"/>
            <a:ext cx="5645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400</a:t>
            </a:r>
          </a:p>
          <a:p>
            <a:r>
              <a:rPr lang="en-US" altLang="ko-KR" dirty="0" err="1"/>
              <a:t>hor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D1A1FA-E4BD-4E64-5A43-8E721E494758}"/>
              </a:ext>
            </a:extLst>
          </p:cNvPr>
          <p:cNvSpPr txBox="1"/>
          <p:nvPr/>
        </p:nvSpPr>
        <p:spPr>
          <a:xfrm>
            <a:off x="10430153" y="900116"/>
            <a:ext cx="5645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500</a:t>
            </a:r>
          </a:p>
          <a:p>
            <a:r>
              <a:rPr lang="en-US" altLang="ko-KR" dirty="0" err="1"/>
              <a:t>hor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ED1455-7299-A783-3988-97C83F38A5D5}"/>
              </a:ext>
            </a:extLst>
          </p:cNvPr>
          <p:cNvSpPr txBox="1"/>
          <p:nvPr/>
        </p:nvSpPr>
        <p:spPr>
          <a:xfrm>
            <a:off x="156182" y="3205558"/>
            <a:ext cx="586410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전체 테두리 채우기</a:t>
            </a:r>
            <a:r>
              <a:rPr lang="en-US" altLang="ko-K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(1 </a:t>
            </a:r>
            <a:r>
              <a:rPr lang="ko-KR" alt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나타나기 전까지</a:t>
            </a:r>
            <a:r>
              <a:rPr lang="en-US" altLang="ko-K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</a:t>
            </a:r>
          </a:p>
          <a:p>
            <a:pPr lvl="1"/>
            <a:r>
              <a:rPr lang="en-US" altLang="ko-K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BOARD[N-1][N-1]!=0</a:t>
            </a:r>
            <a:r>
              <a:rPr lang="ko-KR" alt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이면 </a:t>
            </a:r>
            <a:r>
              <a:rPr lang="en-US" altLang="ko-K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RETURN </a:t>
            </a:r>
            <a:r>
              <a:rPr lang="ko-KR" alt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그 값</a:t>
            </a:r>
            <a:endParaRPr lang="en-US" altLang="ko-KR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US" altLang="ko-K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FOR</a:t>
            </a:r>
            <a:r>
              <a:rPr lang="ko-KR" alt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문 </a:t>
            </a:r>
            <a:r>
              <a:rPr lang="en-US" altLang="ko-K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</a:t>
            </a:r>
            <a:r>
              <a:rPr lang="ko-KR" alt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행 </a:t>
            </a:r>
            <a:r>
              <a:rPr lang="en-US" altLang="ko-K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~ N-2 </a:t>
            </a:r>
            <a:r>
              <a:rPr lang="ko-KR" alt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행</a:t>
            </a:r>
            <a:r>
              <a:rPr lang="en-US" altLang="ko-K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, 1</a:t>
            </a:r>
            <a:r>
              <a:rPr lang="ko-KR" alt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열 </a:t>
            </a:r>
            <a:r>
              <a:rPr lang="en-US" altLang="ko-K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~ N-2 </a:t>
            </a:r>
            <a:r>
              <a:rPr lang="ko-KR" alt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열을 </a:t>
            </a:r>
            <a:endParaRPr lang="en-US" altLang="ko-KR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lvl="1"/>
            <a:r>
              <a:rPr lang="ko-KR" alt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위에서부터 순회 </a:t>
            </a:r>
            <a:endParaRPr lang="en-US" altLang="ko-KR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lvl="1"/>
            <a:r>
              <a:rPr lang="ko-KR" alt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현재 블록이 </a:t>
            </a:r>
            <a:r>
              <a:rPr lang="en-US" altLang="ko-K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</a:t>
            </a:r>
            <a:r>
              <a:rPr lang="ko-KR" alt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이면 </a:t>
            </a:r>
            <a:r>
              <a:rPr lang="en-US" altLang="ko-K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CONTINUE</a:t>
            </a:r>
          </a:p>
          <a:p>
            <a:pPr lvl="1"/>
            <a:r>
              <a:rPr lang="ko-KR" alt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상하좌우에서 중 현재 블록으로 </a:t>
            </a:r>
            <a:endParaRPr lang="en-US" altLang="ko-KR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lvl="1"/>
            <a:r>
              <a:rPr lang="ko-KR" alt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올 수 있는</a:t>
            </a:r>
            <a:r>
              <a:rPr lang="en-US" altLang="ko-K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(1 </a:t>
            </a:r>
            <a:r>
              <a:rPr lang="ko-KR" alt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이나 </a:t>
            </a:r>
            <a:r>
              <a:rPr lang="en-US" altLang="ko-K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0 </a:t>
            </a:r>
            <a:r>
              <a:rPr lang="ko-KR" alt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아님</a:t>
            </a:r>
            <a:r>
              <a:rPr lang="en-US" altLang="ko-K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</a:t>
            </a:r>
            <a:r>
              <a:rPr lang="ko-KR" alt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값 중 가장 작은 값 더함</a:t>
            </a:r>
            <a:endParaRPr lang="en-US" altLang="ko-KR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lvl="1"/>
            <a:r>
              <a:rPr lang="en-US" altLang="ko-K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가장 작은 블록이 아닌 블록은 </a:t>
            </a:r>
            <a:r>
              <a:rPr lang="en-US" altLang="ko-K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</a:t>
            </a:r>
            <a:r>
              <a:rPr lang="ko-KR" alt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로 채우기</a:t>
            </a:r>
            <a:r>
              <a:rPr lang="en-US" altLang="ko-K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</a:t>
            </a:r>
            <a:endParaRPr lang="ko-KR" alt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70DB1B-8EE2-D4C2-7469-066D443294B2}"/>
              </a:ext>
            </a:extLst>
          </p:cNvPr>
          <p:cNvSpPr txBox="1"/>
          <p:nvPr/>
        </p:nvSpPr>
        <p:spPr>
          <a:xfrm>
            <a:off x="10315951" y="1840258"/>
            <a:ext cx="6912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1100</a:t>
            </a:r>
          </a:p>
          <a:p>
            <a:r>
              <a:rPr lang="en-US" altLang="ko-KR" dirty="0"/>
              <a:t>VER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F6D157-B397-445E-357F-E0A3CB406E8E}"/>
              </a:ext>
            </a:extLst>
          </p:cNvPr>
          <p:cNvSpPr txBox="1"/>
          <p:nvPr/>
        </p:nvSpPr>
        <p:spPr>
          <a:xfrm>
            <a:off x="12260056" y="1546447"/>
            <a:ext cx="6912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1200</a:t>
            </a:r>
          </a:p>
          <a:p>
            <a:r>
              <a:rPr lang="en-US" altLang="ko-KR" dirty="0"/>
              <a:t>VER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1A74BD-D428-DFA2-E0FE-89D250D30C98}"/>
              </a:ext>
            </a:extLst>
          </p:cNvPr>
          <p:cNvSpPr txBox="1"/>
          <p:nvPr/>
        </p:nvSpPr>
        <p:spPr>
          <a:xfrm>
            <a:off x="6246338" y="2782668"/>
            <a:ext cx="6703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800</a:t>
            </a:r>
          </a:p>
          <a:p>
            <a:r>
              <a:rPr lang="en-US" altLang="ko-KR" dirty="0"/>
              <a:t>HOR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4FE2A3-0F90-CD8A-F165-2BDF6AF155C2}"/>
              </a:ext>
            </a:extLst>
          </p:cNvPr>
          <p:cNvSpPr txBox="1"/>
          <p:nvPr/>
        </p:nvSpPr>
        <p:spPr>
          <a:xfrm>
            <a:off x="9375331" y="2809754"/>
            <a:ext cx="6912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1800</a:t>
            </a:r>
          </a:p>
          <a:p>
            <a:r>
              <a:rPr lang="en-US" altLang="ko-KR" dirty="0"/>
              <a:t>HOR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3DCCC1-602F-28D5-F092-6B83592F6186}"/>
              </a:ext>
            </a:extLst>
          </p:cNvPr>
          <p:cNvSpPr txBox="1"/>
          <p:nvPr/>
        </p:nvSpPr>
        <p:spPr>
          <a:xfrm>
            <a:off x="10348053" y="2809753"/>
            <a:ext cx="6912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1200</a:t>
            </a:r>
          </a:p>
          <a:p>
            <a:r>
              <a:rPr lang="en-US" altLang="ko-KR" dirty="0"/>
              <a:t>VER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6D04F7-B586-C8B5-F9ED-D6ACC591205C}"/>
              </a:ext>
            </a:extLst>
          </p:cNvPr>
          <p:cNvSpPr txBox="1"/>
          <p:nvPr/>
        </p:nvSpPr>
        <p:spPr>
          <a:xfrm>
            <a:off x="6362162" y="3759555"/>
            <a:ext cx="6912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1600</a:t>
            </a:r>
          </a:p>
          <a:p>
            <a:r>
              <a:rPr lang="en-US" altLang="ko-KR" dirty="0"/>
              <a:t>VER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91373C-036A-C9AB-CAA1-9951613EB342}"/>
              </a:ext>
            </a:extLst>
          </p:cNvPr>
          <p:cNvSpPr txBox="1"/>
          <p:nvPr/>
        </p:nvSpPr>
        <p:spPr>
          <a:xfrm>
            <a:off x="7313499" y="3759554"/>
            <a:ext cx="6912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2200</a:t>
            </a:r>
          </a:p>
          <a:p>
            <a:r>
              <a:rPr lang="en-US" altLang="ko-KR" dirty="0"/>
              <a:t>HOR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628FCD-C27B-D9B3-657C-121F07517180}"/>
              </a:ext>
            </a:extLst>
          </p:cNvPr>
          <p:cNvSpPr txBox="1"/>
          <p:nvPr/>
        </p:nvSpPr>
        <p:spPr>
          <a:xfrm>
            <a:off x="9315003" y="3759553"/>
            <a:ext cx="6912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2400</a:t>
            </a:r>
          </a:p>
          <a:p>
            <a:r>
              <a:rPr lang="en-US" altLang="ko-KR" dirty="0"/>
              <a:t>VER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B04012-7EA8-2FD7-3B60-91F9605FC49D}"/>
              </a:ext>
            </a:extLst>
          </p:cNvPr>
          <p:cNvSpPr txBox="1"/>
          <p:nvPr/>
        </p:nvSpPr>
        <p:spPr>
          <a:xfrm>
            <a:off x="7336519" y="4659672"/>
            <a:ext cx="6912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2800</a:t>
            </a:r>
          </a:p>
          <a:p>
            <a:r>
              <a:rPr lang="en-US" altLang="ko-KR" dirty="0"/>
              <a:t>VER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D0C29D-8C27-3F48-4F1A-1231C93C2E7A}"/>
              </a:ext>
            </a:extLst>
          </p:cNvPr>
          <p:cNvSpPr txBox="1"/>
          <p:nvPr/>
        </p:nvSpPr>
        <p:spPr>
          <a:xfrm>
            <a:off x="8314415" y="465967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056CA0-F8BF-A0B3-861C-4B3276FEE02B}"/>
              </a:ext>
            </a:extLst>
          </p:cNvPr>
          <p:cNvSpPr txBox="1"/>
          <p:nvPr/>
        </p:nvSpPr>
        <p:spPr>
          <a:xfrm>
            <a:off x="9247634" y="4659672"/>
            <a:ext cx="6912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2500</a:t>
            </a:r>
          </a:p>
          <a:p>
            <a:r>
              <a:rPr lang="en-US" altLang="ko-KR" dirty="0"/>
              <a:t>VER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841193-5D5E-E2A2-B7B5-9C1D586DF2DF}"/>
              </a:ext>
            </a:extLst>
          </p:cNvPr>
          <p:cNvSpPr txBox="1"/>
          <p:nvPr/>
        </p:nvSpPr>
        <p:spPr>
          <a:xfrm>
            <a:off x="7377475" y="5659288"/>
            <a:ext cx="6912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2900</a:t>
            </a:r>
          </a:p>
          <a:p>
            <a:r>
              <a:rPr lang="en-US" altLang="ko-KR" dirty="0"/>
              <a:t>VER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32E4E5-6699-35D9-67E7-055CC873B56F}"/>
              </a:ext>
            </a:extLst>
          </p:cNvPr>
          <p:cNvSpPr txBox="1"/>
          <p:nvPr/>
        </p:nvSpPr>
        <p:spPr>
          <a:xfrm>
            <a:off x="8327975" y="570762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59F633-74C4-945A-1736-F12E72060DF8}"/>
              </a:ext>
            </a:extLst>
          </p:cNvPr>
          <p:cNvSpPr txBox="1"/>
          <p:nvPr/>
        </p:nvSpPr>
        <p:spPr>
          <a:xfrm>
            <a:off x="9315003" y="5707621"/>
            <a:ext cx="6912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2600</a:t>
            </a:r>
          </a:p>
          <a:p>
            <a:r>
              <a:rPr lang="en-US" altLang="ko-KR" dirty="0"/>
              <a:t>VER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3840AF3-AC01-D61B-7134-D08ED64292EE}"/>
              </a:ext>
            </a:extLst>
          </p:cNvPr>
          <p:cNvSpPr txBox="1"/>
          <p:nvPr/>
        </p:nvSpPr>
        <p:spPr>
          <a:xfrm>
            <a:off x="10310516" y="5753787"/>
            <a:ext cx="6912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3200</a:t>
            </a:r>
          </a:p>
          <a:p>
            <a:r>
              <a:rPr lang="en-US" altLang="ko-KR" dirty="0"/>
              <a:t>HOR</a:t>
            </a:r>
          </a:p>
        </p:txBody>
      </p:sp>
    </p:spTree>
    <p:extLst>
      <p:ext uri="{BB962C8B-B14F-4D97-AF65-F5344CB8AC3E}">
        <p14:creationId xmlns:p14="http://schemas.microsoft.com/office/powerpoint/2010/main" val="2482292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125</Words>
  <Application>Microsoft Office PowerPoint</Application>
  <PresentationFormat>와이드스크린</PresentationFormat>
  <Paragraphs>59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현진 김</dc:creator>
  <cp:lastModifiedBy>현진 김</cp:lastModifiedBy>
  <cp:revision>1</cp:revision>
  <dcterms:created xsi:type="dcterms:W3CDTF">2024-11-13T02:25:11Z</dcterms:created>
  <dcterms:modified xsi:type="dcterms:W3CDTF">2024-11-13T03:02:09Z</dcterms:modified>
</cp:coreProperties>
</file>