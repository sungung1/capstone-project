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56" r:id="rId4"/>
    <p:sldId id="257" r:id="rId5"/>
    <p:sldId id="258" r:id="rId6"/>
    <p:sldId id="259" r:id="rId7"/>
    <p:sldId id="260" r:id="rId8"/>
    <p:sldId id="261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30723-6B20-09B8-E526-1A677DE1C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BE961C-10B4-AB2F-2E81-8EDDF0870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4219A-9264-DC96-9761-6A428305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C8A99-0918-96D3-5288-59FF36B0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A6F98F-0B0A-9EE0-6BF4-FE1781AA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719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D8408-59B5-67D0-0060-FE69A606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585260-DC7E-AC64-FCAC-CBF0A1C95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96981-0191-74CE-E88E-68DAC07B8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B338E4-C97F-2C69-E98C-A0CEEF0C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7E893D-A268-DE4E-AE35-E03BADF8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32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915F-C710-E317-751D-F65FB4FE4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28BF5E-8704-4168-CE2B-3C8002730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2DC25E-8F12-1126-D721-5293D27B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90D62C-A2E9-D435-5954-18715A5BC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EC9ADB-708C-61E0-D5D4-4D6D1104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49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A39A4-9E81-C4E2-2FFB-F47416D5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EE112D-1396-92D4-2BE7-A188F2E3F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086988-866B-85E1-950A-280978AFB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230E27-2583-1CDA-2FDA-4D8FECD0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16EB0B-6C04-FB02-67A5-73CAF30D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92F106-B92A-9651-4D05-D93854FA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484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94AE7-4079-D1CE-3EB1-5D4D3A03D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5E8B4-CE4D-B20E-BD7E-1A344A9C2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0275EF-D43F-09AE-4DB3-C5F32C0DC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96C62E-C2BC-06A8-8731-8ADBA88B1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25B08C-2E77-7C10-96E9-9D599DE1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A6D73E-F540-F50E-8CD8-FDEE3F22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40C1B8-B8EE-76D4-35F5-90049FBF9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3858C8-76E8-E8AF-DE24-1194EA40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75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7E27D-EF6F-E208-88CB-92304410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5A5EE0-5177-AD14-C9EA-1BCBDF91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B044CB-47F3-8074-5002-77740298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6A3ACF-0095-E633-B198-C4386DB4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96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124541-06C8-5AF8-E1CE-E0FCA5DF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3C7BD7-0240-CA1F-111A-C3DB14C75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B614F6-C05B-DBB8-11C4-CF23454F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254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485B0-82C7-5603-11BD-281673D8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739FF1-92B2-671D-7F46-6FB104C60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435FB4-E73B-C0F2-D6DC-6EF95A30E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BE7041-7A7C-8E47-41AA-4AC33875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09E8B3-F161-3FFD-2CAE-E2062AEF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9744E5-19C4-8C9F-58BB-1B51013C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23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C5F55-A243-2530-7247-5D0BC8876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2C2CCA1-A829-B4A7-717F-ABDE5CA3EF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174054-B155-3BA4-6501-C68E09B34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6CC315-C9D5-D4E8-3451-B016EA04D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3AD870-ADA0-925F-052D-9ABE9C7E9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717E93-4793-AA93-A7B2-3C646A37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91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7A1392-E3B7-5C1D-30A8-2BED4476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C79A78-2867-4AB1-F0B1-B2E0ADE01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3F2CF9-2186-6617-62FA-DFE7EA109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B8DADA-0A58-5679-3E94-E9ADC1B2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64445F-8C0C-A10B-8B57-D82EACA6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2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4C869C4-B062-6828-5B2A-2B5F4C10D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849744-3AD7-6EBE-70B8-A43AB47BC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0145C7-9A60-2A34-9348-C2062877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D10D0C-34EF-B888-9A9B-728516AF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213E8B-85BA-47F2-CF5B-1181A0191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88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E62D7F-F8F6-9571-1178-9C077063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0D883-4505-A269-7C72-756FE0E93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5881B8-A5F6-4279-84EF-01110545E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5D3E5-E2CD-4503-8117-09BDEA7E3297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191C1A-4950-6FA1-3A02-4001CE998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177D6D-0041-809B-2B8D-C3EDBDB73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A2483-B227-4DC7-89F1-A6D896257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97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ubuntu@ec2-43-201-5-111.ap-northeast-2.compute.amazonaws.co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BECB9E-37A6-3F19-85E4-65CF04FEF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EC2 </a:t>
            </a:r>
            <a:r>
              <a:rPr lang="ko-KR" altLang="en-US" dirty="0"/>
              <a:t>연결하기</a:t>
            </a:r>
          </a:p>
        </p:txBody>
      </p:sp>
    </p:spTree>
    <p:extLst>
      <p:ext uri="{BB962C8B-B14F-4D97-AF65-F5344CB8AC3E}">
        <p14:creationId xmlns:p14="http://schemas.microsoft.com/office/powerpoint/2010/main" val="645903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CE043-551A-D060-771B-17D9BE8F0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먼저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BAB177-A8E3-F31D-7CDC-54061F4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AWS</a:t>
            </a:r>
            <a:r>
              <a:rPr lang="ko-KR" altLang="en-US" dirty="0"/>
              <a:t> 웹사이트에 접속 후 로그인한다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루트 사용자 이메일로 로그인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ko-KR" altLang="en-US" dirty="0"/>
              <a:t>이메일</a:t>
            </a:r>
            <a:r>
              <a:rPr lang="en-US" altLang="ko-KR" dirty="0"/>
              <a:t>, PW</a:t>
            </a:r>
            <a:r>
              <a:rPr lang="ko-KR" altLang="en-US" dirty="0"/>
              <a:t>는 카톡 메시지 참고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362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753109B-2572-D13E-0ABE-BA3C3B269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8967"/>
            <a:ext cx="12192000" cy="5540065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4E86F66-7B3D-8EB3-32B8-F7765188B4EB}"/>
              </a:ext>
            </a:extLst>
          </p:cNvPr>
          <p:cNvSpPr/>
          <p:nvPr/>
        </p:nvSpPr>
        <p:spPr>
          <a:xfrm>
            <a:off x="994787" y="2180492"/>
            <a:ext cx="2301072" cy="36174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919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136E28A-2F79-639E-9641-12EEAB7F8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827"/>
            <a:ext cx="12192000" cy="5706345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22A3EDE-461C-0269-E2E8-8D3DB0E35D31}"/>
              </a:ext>
            </a:extLst>
          </p:cNvPr>
          <p:cNvSpPr/>
          <p:nvPr/>
        </p:nvSpPr>
        <p:spPr>
          <a:xfrm>
            <a:off x="171827" y="2070765"/>
            <a:ext cx="1501525" cy="2701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521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1CBCF56D-208D-DE8C-E96F-DA03D7ED1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7888"/>
            <a:ext cx="12192000" cy="5902224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842AAD5-D940-F185-B394-E56DE3A1374A}"/>
              </a:ext>
            </a:extLst>
          </p:cNvPr>
          <p:cNvSpPr/>
          <p:nvPr/>
        </p:nvSpPr>
        <p:spPr>
          <a:xfrm>
            <a:off x="3454523" y="1759869"/>
            <a:ext cx="1501525" cy="2701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019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E5C9971-5D7D-BC00-2693-0278E7BDC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594"/>
            <a:ext cx="12192000" cy="587681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AB6CE74-B4D2-30EF-1505-63B0D68C08B8}"/>
              </a:ext>
            </a:extLst>
          </p:cNvPr>
          <p:cNvSpPr/>
          <p:nvPr/>
        </p:nvSpPr>
        <p:spPr>
          <a:xfrm>
            <a:off x="5326949" y="3972717"/>
            <a:ext cx="1501525" cy="24266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71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5B7260F-CE80-8F80-112C-95DD5B0B1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8130"/>
            <a:ext cx="12192000" cy="5641739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BBB37A-4A7E-9DF1-6B0D-52091D42BE33}"/>
              </a:ext>
            </a:extLst>
          </p:cNvPr>
          <p:cNvSpPr/>
          <p:nvPr/>
        </p:nvSpPr>
        <p:spPr>
          <a:xfrm>
            <a:off x="10690475" y="991773"/>
            <a:ext cx="1123573" cy="26095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086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892D7F-C481-2C41-2366-A9DEE34A5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506" y="0"/>
            <a:ext cx="9096988" cy="685800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437E7B4-376E-0345-BE8C-9590925791B3}"/>
              </a:ext>
            </a:extLst>
          </p:cNvPr>
          <p:cNvSpPr/>
          <p:nvPr/>
        </p:nvSpPr>
        <p:spPr>
          <a:xfrm>
            <a:off x="1829939" y="3515517"/>
            <a:ext cx="1882525" cy="51698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62FB503-FF1F-2325-13C2-4D8DFF75FD45}"/>
              </a:ext>
            </a:extLst>
          </p:cNvPr>
          <p:cNvSpPr/>
          <p:nvPr/>
        </p:nvSpPr>
        <p:spPr>
          <a:xfrm>
            <a:off x="1829939" y="1482151"/>
            <a:ext cx="6436237" cy="43809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8947ECB-E18A-83F7-E33D-BB8845AEF55D}"/>
              </a:ext>
            </a:extLst>
          </p:cNvPr>
          <p:cNvSpPr/>
          <p:nvPr/>
        </p:nvSpPr>
        <p:spPr>
          <a:xfrm>
            <a:off x="9114659" y="6341013"/>
            <a:ext cx="1529835" cy="51698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8AF888-5E1B-873F-9F8C-B9253DA827DA}"/>
              </a:ext>
            </a:extLst>
          </p:cNvPr>
          <p:cNvSpPr txBox="1"/>
          <p:nvPr/>
        </p:nvSpPr>
        <p:spPr>
          <a:xfrm>
            <a:off x="1391854" y="151653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39880-D5E8-3B07-07E7-89AF94815B72}"/>
              </a:ext>
            </a:extLst>
          </p:cNvPr>
          <p:cNvSpPr txBox="1"/>
          <p:nvPr/>
        </p:nvSpPr>
        <p:spPr>
          <a:xfrm>
            <a:off x="1447857" y="356164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B9CA9C-723C-F2F8-DC4D-ED015AABD29A}"/>
              </a:ext>
            </a:extLst>
          </p:cNvPr>
          <p:cNvSpPr txBox="1"/>
          <p:nvPr/>
        </p:nvSpPr>
        <p:spPr>
          <a:xfrm>
            <a:off x="8804494" y="60055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395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65C46B-119C-FCBF-DBE8-8C72E40C5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다음으로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1E8DEB-9757-C147-A316-8B6E49267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ko-KR" altLang="en-US" dirty="0"/>
              <a:t>앞 페이지에서 </a:t>
            </a:r>
            <a:r>
              <a:rPr lang="en-US" altLang="ko-KR" dirty="0"/>
              <a:t>“</a:t>
            </a:r>
            <a:r>
              <a:rPr lang="ko-KR" altLang="en-US" dirty="0"/>
              <a:t>키 페어 생성</a:t>
            </a:r>
            <a:r>
              <a:rPr lang="en-US" altLang="ko-KR" dirty="0"/>
              <a:t>” </a:t>
            </a:r>
            <a:r>
              <a:rPr lang="ko-KR" altLang="en-US" dirty="0"/>
              <a:t>버튼 누르면 </a:t>
            </a:r>
            <a:r>
              <a:rPr lang="en-US" altLang="ko-KR" dirty="0"/>
              <a:t>private key </a:t>
            </a:r>
            <a:r>
              <a:rPr lang="ko-KR" altLang="en-US" dirty="0"/>
              <a:t>파일이 </a:t>
            </a:r>
            <a:r>
              <a:rPr lang="ko-KR" altLang="en-US" dirty="0" err="1"/>
              <a:t>다운로드될</a:t>
            </a:r>
            <a:r>
              <a:rPr lang="ko-KR" altLang="en-US" dirty="0"/>
              <a:t> 것이다</a:t>
            </a:r>
            <a:r>
              <a:rPr lang="en-US" altLang="ko-KR" dirty="0"/>
              <a:t>. </a:t>
            </a:r>
          </a:p>
          <a:p>
            <a:pPr marL="457200" lvl="1" indent="0">
              <a:buNone/>
            </a:pPr>
            <a:r>
              <a:rPr lang="en-US" altLang="ko-KR" dirty="0"/>
              <a:t>- Key pair = </a:t>
            </a:r>
            <a:r>
              <a:rPr lang="ko-KR" altLang="en-US" dirty="0"/>
              <a:t>암호에 사용되는 공개</a:t>
            </a:r>
            <a:r>
              <a:rPr lang="en-US" altLang="ko-KR" dirty="0"/>
              <a:t>(public) </a:t>
            </a:r>
            <a:r>
              <a:rPr lang="ko-KR" altLang="en-US" dirty="0"/>
              <a:t>키 </a:t>
            </a:r>
            <a:r>
              <a:rPr lang="en-US" altLang="ko-KR" dirty="0"/>
              <a:t>– </a:t>
            </a:r>
            <a:r>
              <a:rPr lang="ko-KR" altLang="en-US" dirty="0"/>
              <a:t>개인</a:t>
            </a:r>
            <a:r>
              <a:rPr lang="en-US" altLang="ko-KR" dirty="0"/>
              <a:t>(private) </a:t>
            </a:r>
            <a:r>
              <a:rPr lang="ko-KR" altLang="en-US" dirty="0"/>
              <a:t>키 한 쌍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공개 키는 다른 사람에게 보여줘도 되지만</a:t>
            </a:r>
            <a:r>
              <a:rPr lang="en-US" altLang="ko-KR" dirty="0"/>
              <a:t>, </a:t>
            </a:r>
            <a:r>
              <a:rPr lang="ko-KR" altLang="en-US" dirty="0"/>
              <a:t>개인 키는 보여주면 안 된다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다운로드 폴더에 가서 </a:t>
            </a:r>
            <a:r>
              <a:rPr lang="en-US" altLang="ko-KR" dirty="0" err="1"/>
              <a:t>cmd</a:t>
            </a:r>
            <a:r>
              <a:rPr lang="en-US" altLang="ko-KR" dirty="0"/>
              <a:t> </a:t>
            </a:r>
            <a:r>
              <a:rPr lang="ko-KR" altLang="en-US" dirty="0"/>
              <a:t>를 연다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dirty="0" err="1"/>
              <a:t>다운로드된</a:t>
            </a:r>
            <a:r>
              <a:rPr lang="ko-KR" altLang="en-US" dirty="0"/>
              <a:t> </a:t>
            </a:r>
            <a:r>
              <a:rPr lang="en-US" altLang="ko-KR" dirty="0"/>
              <a:t>private key </a:t>
            </a:r>
            <a:r>
              <a:rPr lang="ko-KR" altLang="en-US" dirty="0"/>
              <a:t>파일로부터 </a:t>
            </a:r>
            <a:r>
              <a:rPr lang="en-US" altLang="ko-KR" dirty="0"/>
              <a:t>public key</a:t>
            </a:r>
            <a:r>
              <a:rPr lang="ko-KR" altLang="en-US" dirty="0"/>
              <a:t>를 추출한다</a:t>
            </a:r>
            <a:r>
              <a:rPr lang="en-US" altLang="ko-KR" dirty="0"/>
              <a:t>	</a:t>
            </a:r>
          </a:p>
          <a:p>
            <a:pPr marL="457200" lvl="1" indent="0">
              <a:buNone/>
            </a:pPr>
            <a:r>
              <a:rPr lang="en-US" altLang="ko-KR" dirty="0"/>
              <a:t>ex) ssh-keygen -y -f KeyPair_HyeonJin2.pem &gt; KeyPair_HyeonJin2.pub</a:t>
            </a:r>
          </a:p>
          <a:p>
            <a:pPr marL="514350" indent="-514350">
              <a:buAutoNum type="arabicPeriod"/>
            </a:pPr>
            <a:r>
              <a:rPr lang="ko-KR" altLang="en-US" dirty="0"/>
              <a:t>내용을 출력한다</a:t>
            </a:r>
            <a:r>
              <a:rPr lang="en-US" altLang="ko-KR" dirty="0"/>
              <a:t>. </a:t>
            </a:r>
          </a:p>
          <a:p>
            <a:pPr marL="457200" lvl="1" indent="0">
              <a:buNone/>
            </a:pPr>
            <a:r>
              <a:rPr lang="en-US" altLang="ko-KR" dirty="0"/>
              <a:t>Ex) type KeyPair_HyeonJin2.pub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위에 출력된 내용을 그대로 복사해서 저</a:t>
            </a:r>
            <a:r>
              <a:rPr lang="en-US" altLang="ko-KR" dirty="0"/>
              <a:t>(</a:t>
            </a:r>
            <a:r>
              <a:rPr lang="ko-KR" altLang="en-US" dirty="0"/>
              <a:t>현진</a:t>
            </a:r>
            <a:r>
              <a:rPr lang="en-US" altLang="ko-KR" dirty="0"/>
              <a:t>)</a:t>
            </a:r>
            <a:r>
              <a:rPr lang="ko-KR" altLang="en-US" dirty="0"/>
              <a:t>한테 보내주세요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07661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2BED-7FB5-CF7F-F229-9A788E99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FAF44-0EE5-6F81-BEA1-DD5F1B68A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Public key </a:t>
            </a:r>
            <a:r>
              <a:rPr lang="ko-KR" altLang="en-US" dirty="0"/>
              <a:t>받은 후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8A2257-6D2A-CC62-0EED-48862599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ko-KR" altLang="en-US" dirty="0"/>
              <a:t>제가 </a:t>
            </a:r>
            <a:r>
              <a:rPr lang="en-US" altLang="ko-KR" dirty="0"/>
              <a:t>EC2</a:t>
            </a:r>
            <a:r>
              <a:rPr lang="ko-KR" altLang="en-US" dirty="0"/>
              <a:t>에 접속해서 </a:t>
            </a:r>
            <a:r>
              <a:rPr kumimoji="0" lang="ko-KR" altLang="ko-KR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~/.</a:t>
            </a:r>
            <a:r>
              <a:rPr kumimoji="0" lang="ko-KR" altLang="ko-KR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ssh</a:t>
            </a:r>
            <a:r>
              <a:rPr kumimoji="0" lang="ko-KR" altLang="ko-KR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authorized_keys</a:t>
            </a:r>
            <a:r>
              <a:rPr kumimoji="0" lang="ko-KR" altLang="ko-KR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파일</a:t>
            </a:r>
            <a:r>
              <a:rPr kumimoji="0" lang="ko-K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에</a:t>
            </a:r>
            <a:r>
              <a:rPr kumimoji="0" lang="en-US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해당 키를 추가합니다</a:t>
            </a:r>
            <a:r>
              <a:rPr kumimoji="0" lang="en-US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lvl="1" indent="0">
              <a:buNone/>
            </a:pPr>
            <a:r>
              <a:rPr kumimoji="0" lang="en-US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Authorized_keys</a:t>
            </a:r>
            <a:r>
              <a:rPr kumimoji="0" lang="en-US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인스턴스에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SSH로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접속할 수 있는 키를 저장하는 파일</a:t>
            </a: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indent="-514350">
              <a:buAutoNum type="arabicPeriod"/>
            </a:pPr>
            <a:r>
              <a:rPr lang="ko-KR" altLang="en-US" dirty="0"/>
              <a:t>그 뒤로 </a:t>
            </a:r>
            <a:r>
              <a:rPr lang="ko-KR" altLang="en-US" dirty="0" err="1"/>
              <a:t>채은님</a:t>
            </a:r>
            <a:r>
              <a:rPr lang="en-US" altLang="ko-KR" dirty="0"/>
              <a:t>, </a:t>
            </a:r>
            <a:r>
              <a:rPr lang="ko-KR" altLang="en-US" dirty="0"/>
              <a:t>정민님은 각자 로컬에서 </a:t>
            </a:r>
            <a:r>
              <a:rPr lang="en-US" altLang="ko-KR" dirty="0" err="1"/>
              <a:t>cmd</a:t>
            </a:r>
            <a:r>
              <a:rPr lang="ko-KR" altLang="en-US" dirty="0"/>
              <a:t>를 여신 후 다음 명령어로 </a:t>
            </a:r>
            <a:r>
              <a:rPr lang="en-US" altLang="ko-KR" dirty="0"/>
              <a:t>EC2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접속하시면 됩니다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ssh -</a:t>
            </a:r>
            <a:r>
              <a:rPr lang="en-US" altLang="ko-KR" dirty="0" err="1"/>
              <a:t>i</a:t>
            </a:r>
            <a:r>
              <a:rPr lang="en-US" altLang="ko-KR" dirty="0"/>
              <a:t> "C:\Users\</a:t>
            </a:r>
            <a:r>
              <a:rPr lang="ko-KR" altLang="en-US" dirty="0" err="1"/>
              <a:t>계정명</a:t>
            </a:r>
            <a:r>
              <a:rPr lang="en-US" altLang="ko-KR" dirty="0"/>
              <a:t>\Downloads\</a:t>
            </a:r>
            <a:r>
              <a:rPr lang="ko-KR" altLang="en-US" dirty="0"/>
              <a:t>키 이름</a:t>
            </a:r>
            <a:r>
              <a:rPr lang="en-US" altLang="ko-KR" dirty="0"/>
              <a:t>.</a:t>
            </a:r>
            <a:r>
              <a:rPr lang="en-US" altLang="ko-KR" dirty="0" err="1"/>
              <a:t>pem</a:t>
            </a:r>
            <a:r>
              <a:rPr lang="en-US" altLang="ko-KR" dirty="0"/>
              <a:t>" </a:t>
            </a:r>
            <a:r>
              <a:rPr lang="en-US" altLang="ko-KR" dirty="0">
                <a:hlinkClick r:id="rId2"/>
              </a:rPr>
              <a:t>ubuntu@ec2-43-201-5-111.ap-northeast-2.compute.amazonaws</a:t>
            </a:r>
            <a:r>
              <a:rPr lang="en-US" altLang="ko-KR">
                <a:hlinkClick r:id="rId2"/>
              </a:rPr>
              <a:t>.com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6119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D0E1E-1967-1B88-30CE-859DA800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+ MySQL </a:t>
            </a:r>
            <a:r>
              <a:rPr lang="ko-KR" altLang="en-US" dirty="0"/>
              <a:t>연동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3A703C-3290-D4A1-EFB1-84EB0F0A9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앞서 </a:t>
            </a:r>
            <a:r>
              <a:rPr lang="en-US" altLang="ko-KR" dirty="0" err="1"/>
              <a:t>cmd</a:t>
            </a:r>
            <a:r>
              <a:rPr lang="ko-KR" altLang="en-US" dirty="0"/>
              <a:t>로 </a:t>
            </a:r>
            <a:r>
              <a:rPr lang="en-US" altLang="ko-KR" dirty="0"/>
              <a:t>EC2</a:t>
            </a:r>
            <a:r>
              <a:rPr lang="ko-KR" altLang="en-US" dirty="0"/>
              <a:t>에 연결한 후</a:t>
            </a:r>
            <a:r>
              <a:rPr lang="en-US" altLang="ko-KR" dirty="0"/>
              <a:t>, “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mysql</a:t>
            </a:r>
            <a:r>
              <a:rPr lang="en-US" altLang="ko-KR" dirty="0"/>
              <a:t> –u root –p” </a:t>
            </a:r>
            <a:r>
              <a:rPr lang="ko-KR" altLang="en-US" dirty="0"/>
              <a:t>입력 </a:t>
            </a:r>
            <a:r>
              <a:rPr lang="en-US" altLang="ko-KR" dirty="0"/>
              <a:t>-&gt; “Enter password: ” </a:t>
            </a:r>
            <a:r>
              <a:rPr lang="ko-KR" altLang="en-US" dirty="0"/>
              <a:t>출력 시 그냥 </a:t>
            </a:r>
            <a:r>
              <a:rPr lang="en-US" altLang="ko-KR" dirty="0"/>
              <a:t>enter </a:t>
            </a:r>
            <a:r>
              <a:rPr lang="ko-KR" altLang="en-US" dirty="0"/>
              <a:t>치면 접속해볼 수 있습니다</a:t>
            </a:r>
            <a:endParaRPr lang="en-US" altLang="ko-KR" dirty="0"/>
          </a:p>
          <a:p>
            <a:r>
              <a:rPr lang="ko-KR" altLang="en-US" dirty="0"/>
              <a:t>로컬에서 </a:t>
            </a:r>
            <a:r>
              <a:rPr lang="en-US" altLang="ko-KR" dirty="0"/>
              <a:t>MySQL Workbench</a:t>
            </a:r>
            <a:r>
              <a:rPr lang="ko-KR" altLang="en-US" dirty="0"/>
              <a:t>라는 프로그램 깔아서 연결해보려고 했는데</a:t>
            </a:r>
            <a:r>
              <a:rPr lang="en-US" altLang="ko-KR" dirty="0"/>
              <a:t>, </a:t>
            </a:r>
            <a:r>
              <a:rPr lang="ko-KR" altLang="en-US" dirty="0"/>
              <a:t>성공을 못해서 이건 되면 다시 알려드리겠습니다</a:t>
            </a:r>
            <a:r>
              <a:rPr lang="en-US" altLang="ko-KR" dirty="0"/>
              <a:t>..</a:t>
            </a:r>
          </a:p>
          <a:p>
            <a:pPr lvl="1"/>
            <a:r>
              <a:rPr lang="ko-KR" altLang="en-US" dirty="0"/>
              <a:t>성공하시면 저도 방법 알려주세요</a:t>
            </a:r>
            <a:r>
              <a:rPr lang="en-US" altLang="ko-KR" dirty="0"/>
              <a:t>!! </a:t>
            </a:r>
          </a:p>
        </p:txBody>
      </p:sp>
    </p:spTree>
    <p:extLst>
      <p:ext uri="{BB962C8B-B14F-4D97-AF65-F5344CB8AC3E}">
        <p14:creationId xmlns:p14="http://schemas.microsoft.com/office/powerpoint/2010/main" val="3187805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265</Words>
  <Application>Microsoft Office PowerPoint</Application>
  <PresentationFormat>와이드스크린</PresentationFormat>
  <Paragraphs>28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 Unicode MS</vt:lpstr>
      <vt:lpstr>맑은 고딕</vt:lpstr>
      <vt:lpstr>Arial</vt:lpstr>
      <vt:lpstr>Office 테마</vt:lpstr>
      <vt:lpstr>EC2 연결하기</vt:lpstr>
      <vt:lpstr>먼저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다음으로</vt:lpstr>
      <vt:lpstr>Public key 받은 후 과정</vt:lpstr>
      <vt:lpstr>+ MySQL 연동 방법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2024-11-07T04:12:21Z</dcterms:created>
  <dcterms:modified xsi:type="dcterms:W3CDTF">2024-11-07T04:45:23Z</dcterms:modified>
</cp:coreProperties>
</file>