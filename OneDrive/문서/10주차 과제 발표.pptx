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43BE60-A606-4DE6-850A-7136A81D58B8}" v="3" dt="2024-05-23T10:42:45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0A43BE60-A606-4DE6-850A-7136A81D58B8}"/>
    <pc:docChg chg="undo custSel addSld modSld">
      <pc:chgData name="현진 김" userId="75745d21e3536c0a" providerId="LiveId" clId="{0A43BE60-A606-4DE6-850A-7136A81D58B8}" dt="2024-05-23T10:45:18.459" v="278" actId="1076"/>
      <pc:docMkLst>
        <pc:docMk/>
      </pc:docMkLst>
      <pc:sldChg chg="addSp modSp mod">
        <pc:chgData name="현진 김" userId="75745d21e3536c0a" providerId="LiveId" clId="{0A43BE60-A606-4DE6-850A-7136A81D58B8}" dt="2024-05-23T10:43:41.251" v="269" actId="1076"/>
        <pc:sldMkLst>
          <pc:docMk/>
          <pc:sldMk cId="2022362776" sldId="257"/>
        </pc:sldMkLst>
        <pc:spChg chg="mod">
          <ac:chgData name="현진 김" userId="75745d21e3536c0a" providerId="LiveId" clId="{0A43BE60-A606-4DE6-850A-7136A81D58B8}" dt="2024-05-23T10:33:20.515" v="46" actId="27636"/>
          <ac:spMkLst>
            <pc:docMk/>
            <pc:sldMk cId="2022362776" sldId="257"/>
            <ac:spMk id="10" creationId="{3AF4B8BD-F44D-BF4A-DA46-468DE8D18000}"/>
          </ac:spMkLst>
        </pc:spChg>
        <pc:picChg chg="add mod modCrop">
          <ac:chgData name="현진 김" userId="75745d21e3536c0a" providerId="LiveId" clId="{0A43BE60-A606-4DE6-850A-7136A81D58B8}" dt="2024-05-23T10:43:41.251" v="269" actId="1076"/>
          <ac:picMkLst>
            <pc:docMk/>
            <pc:sldMk cId="2022362776" sldId="257"/>
            <ac:picMk id="3" creationId="{8CB0CBCE-77A1-E3F1-067E-8EBC15179B8C}"/>
          </ac:picMkLst>
        </pc:picChg>
      </pc:sldChg>
      <pc:sldChg chg="addSp delSp modSp mod">
        <pc:chgData name="현진 김" userId="75745d21e3536c0a" providerId="LiveId" clId="{0A43BE60-A606-4DE6-850A-7136A81D58B8}" dt="2024-05-23T10:45:18.459" v="278" actId="1076"/>
        <pc:sldMkLst>
          <pc:docMk/>
          <pc:sldMk cId="188307153" sldId="258"/>
        </pc:sldMkLst>
        <pc:spChg chg="mod">
          <ac:chgData name="현진 김" userId="75745d21e3536c0a" providerId="LiveId" clId="{0A43BE60-A606-4DE6-850A-7136A81D58B8}" dt="2024-05-23T10:33:14.595" v="44" actId="20577"/>
          <ac:spMkLst>
            <pc:docMk/>
            <pc:sldMk cId="188307153" sldId="258"/>
            <ac:spMk id="10" creationId="{3AF4B8BD-F44D-BF4A-DA46-468DE8D18000}"/>
          </ac:spMkLst>
        </pc:spChg>
        <pc:picChg chg="add del">
          <ac:chgData name="현진 김" userId="75745d21e3536c0a" providerId="LiveId" clId="{0A43BE60-A606-4DE6-850A-7136A81D58B8}" dt="2024-05-23T10:44:52.206" v="271" actId="478"/>
          <ac:picMkLst>
            <pc:docMk/>
            <pc:sldMk cId="188307153" sldId="258"/>
            <ac:picMk id="4" creationId="{A20EE7F3-D8A2-569D-1343-0E3075D274BB}"/>
          </ac:picMkLst>
        </pc:picChg>
        <pc:picChg chg="add mod modCrop">
          <ac:chgData name="현진 김" userId="75745d21e3536c0a" providerId="LiveId" clId="{0A43BE60-A606-4DE6-850A-7136A81D58B8}" dt="2024-05-23T10:45:18.459" v="278" actId="1076"/>
          <ac:picMkLst>
            <pc:docMk/>
            <pc:sldMk cId="188307153" sldId="258"/>
            <ac:picMk id="7" creationId="{16E2237E-CB3C-1C51-3E5C-BF230D86491A}"/>
          </ac:picMkLst>
        </pc:picChg>
      </pc:sldChg>
      <pc:sldChg chg="addSp delSp modSp new mod">
        <pc:chgData name="현진 김" userId="75745d21e3536c0a" providerId="LiveId" clId="{0A43BE60-A606-4DE6-850A-7136A81D58B8}" dt="2024-05-23T10:42:49.090" v="262" actId="1076"/>
        <pc:sldMkLst>
          <pc:docMk/>
          <pc:sldMk cId="1390464716" sldId="259"/>
        </pc:sldMkLst>
        <pc:spChg chg="del">
          <ac:chgData name="현진 김" userId="75745d21e3536c0a" providerId="LiveId" clId="{0A43BE60-A606-4DE6-850A-7136A81D58B8}" dt="2024-05-23T10:39:27.098" v="48" actId="478"/>
          <ac:spMkLst>
            <pc:docMk/>
            <pc:sldMk cId="1390464716" sldId="259"/>
            <ac:spMk id="2" creationId="{3F0D369A-7AF7-84E5-D348-66CF09E12132}"/>
          </ac:spMkLst>
        </pc:spChg>
        <pc:spChg chg="del">
          <ac:chgData name="현진 김" userId="75745d21e3536c0a" providerId="LiveId" clId="{0A43BE60-A606-4DE6-850A-7136A81D58B8}" dt="2024-05-23T10:39:27.098" v="48" actId="478"/>
          <ac:spMkLst>
            <pc:docMk/>
            <pc:sldMk cId="1390464716" sldId="259"/>
            <ac:spMk id="3" creationId="{2EBD53E5-CF90-2FBA-5BEA-598959B02AB1}"/>
          </ac:spMkLst>
        </pc:spChg>
        <pc:spChg chg="add mod">
          <ac:chgData name="현진 김" userId="75745d21e3536c0a" providerId="LiveId" clId="{0A43BE60-A606-4DE6-850A-7136A81D58B8}" dt="2024-05-23T10:42:35.827" v="258" actId="1076"/>
          <ac:spMkLst>
            <pc:docMk/>
            <pc:sldMk cId="1390464716" sldId="259"/>
            <ac:spMk id="6" creationId="{2179200E-C007-4E67-9161-8D4E2C292B3E}"/>
          </ac:spMkLst>
        </pc:spChg>
        <pc:spChg chg="add mod">
          <ac:chgData name="현진 김" userId="75745d21e3536c0a" providerId="LiveId" clId="{0A43BE60-A606-4DE6-850A-7136A81D58B8}" dt="2024-05-23T10:42:34.091" v="256" actId="1076"/>
          <ac:spMkLst>
            <pc:docMk/>
            <pc:sldMk cId="1390464716" sldId="259"/>
            <ac:spMk id="13" creationId="{9F69626D-9D68-D6EE-F858-2082328B25D4}"/>
          </ac:spMkLst>
        </pc:spChg>
        <pc:spChg chg="add mod">
          <ac:chgData name="현진 김" userId="75745d21e3536c0a" providerId="LiveId" clId="{0A43BE60-A606-4DE6-850A-7136A81D58B8}" dt="2024-05-23T10:42:49.090" v="262" actId="1076"/>
          <ac:spMkLst>
            <pc:docMk/>
            <pc:sldMk cId="1390464716" sldId="259"/>
            <ac:spMk id="14" creationId="{ACCB6C1E-9FE9-7773-B979-C144C459A729}"/>
          </ac:spMkLst>
        </pc:spChg>
        <pc:picChg chg="add mod">
          <ac:chgData name="현진 김" userId="75745d21e3536c0a" providerId="LiveId" clId="{0A43BE60-A606-4DE6-850A-7136A81D58B8}" dt="2024-05-23T10:42:42.282" v="260" actId="1076"/>
          <ac:picMkLst>
            <pc:docMk/>
            <pc:sldMk cId="1390464716" sldId="259"/>
            <ac:picMk id="5" creationId="{F8A037F1-DFC1-1F40-CBDC-64E6BBC3C702}"/>
          </ac:picMkLst>
        </pc:picChg>
        <pc:picChg chg="add mod">
          <ac:chgData name="현진 김" userId="75745d21e3536c0a" providerId="LiveId" clId="{0A43BE60-A606-4DE6-850A-7136A81D58B8}" dt="2024-05-23T10:41:00.066" v="240" actId="1076"/>
          <ac:picMkLst>
            <pc:docMk/>
            <pc:sldMk cId="1390464716" sldId="259"/>
            <ac:picMk id="8" creationId="{FBDC0FEB-509B-B9BF-0DAA-92D46B7CFD9C}"/>
          </ac:picMkLst>
        </pc:picChg>
        <pc:picChg chg="add mod">
          <ac:chgData name="현진 김" userId="75745d21e3536c0a" providerId="LiveId" clId="{0A43BE60-A606-4DE6-850A-7136A81D58B8}" dt="2024-05-23T10:41:01.956" v="241" actId="1076"/>
          <ac:picMkLst>
            <pc:docMk/>
            <pc:sldMk cId="1390464716" sldId="259"/>
            <ac:picMk id="10" creationId="{20775D06-56CD-E145-AA86-369EE5D239C1}"/>
          </ac:picMkLst>
        </pc:picChg>
        <pc:picChg chg="add mod">
          <ac:chgData name="현진 김" userId="75745d21e3536c0a" providerId="LiveId" clId="{0A43BE60-A606-4DE6-850A-7136A81D58B8}" dt="2024-05-23T10:42:20.047" v="252" actId="1076"/>
          <ac:picMkLst>
            <pc:docMk/>
            <pc:sldMk cId="1390464716" sldId="259"/>
            <ac:picMk id="12" creationId="{F4965EEE-ACBE-8132-6512-27B59978B2A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444EC-3BF2-4404-EF59-5E26E560D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96431F-D593-76D3-CECB-FDA31792A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7EC31F-B645-A84A-67AD-C842F138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6FF-D9AF-468C-BEAE-4FD651F36099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50B537-4478-CCA6-B1CD-67920366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B6BDC1-74C8-978D-999B-DAAAE9FA0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154F-7072-486A-8E40-5DB85B409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61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311D6A-A541-C18B-2147-E359F67D7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29A72A-076E-46D5-DFEA-6DDBAA3AE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B522FF-503A-79D2-944C-C65A90B98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6FF-D9AF-468C-BEAE-4FD651F36099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2C68B0-B358-C147-B1CD-F8B4690B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0AF138-FAB1-E249-0463-F2278D382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154F-7072-486A-8E40-5DB85B409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837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364DC-E58B-24C1-31C4-AAE64F76B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A49A2-CFD2-0AE8-3C1B-F89EB737A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6A3AD-1DA7-A05B-076C-6AE9AD497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6FF-D9AF-468C-BEAE-4FD651F36099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2C7A60-6DFE-97AB-79FD-5F7AA326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7EB6AC-95CE-6FC7-BC47-3E43D8AF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154F-7072-486A-8E40-5DB85B409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204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30C6E-44DD-1922-837F-DFE0F91B6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109D59-6433-956E-562F-9C4CFEC8DF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79E22B-B50C-DE42-A5F7-A27AA5A84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7B9919-CA75-CC87-3F45-81875469E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6FF-D9AF-468C-BEAE-4FD651F36099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CF0C81-CA31-6860-D2D5-FF343407E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0AFEDD-B1AD-0957-6165-A79179FBF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154F-7072-486A-8E40-5DB85B409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37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48D53-13DF-5B63-7B6D-DAF49DB38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8E6C77-9472-6153-3C22-24E754CAD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5AA7C7-8F3E-E515-1306-67F967BA6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66B121-07E8-027E-816E-BFB18523D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FF8418A-37FB-624C-8CE6-84F6D352A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8B6A50C-CE78-DF46-B59F-2229B3334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6FF-D9AF-468C-BEAE-4FD651F36099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F25B07-13F2-5E8F-4F88-18F0607C0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527DB8-2C6F-69DF-BE7A-926A7E032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154F-7072-486A-8E40-5DB85B409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931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65F380-11F0-9E4F-6DDD-75271B136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748CF6-FA0F-E9B6-8502-C60D552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6FF-D9AF-468C-BEAE-4FD651F36099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BEB5F7-DB55-7E9B-AA95-CBA12681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AE4BD8-B72A-34CD-52C0-13A31AD3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154F-7072-486A-8E40-5DB85B409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367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3203919-D5CA-28C3-C677-E4B93D028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6FF-D9AF-468C-BEAE-4FD651F36099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0ABB65-5751-E0CA-3DA0-018E261D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F820A1-89F8-104B-E16B-A89594BD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154F-7072-486A-8E40-5DB85B409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05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BA67E9-9C8C-27A2-41B2-CCC3D60E3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CE7960-6F2F-025F-16DC-8E6478138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9F246D-572F-3660-0E90-2D7E2C6A6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E230C0-9577-4F08-B9F2-5AE8747A0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6FF-D9AF-468C-BEAE-4FD651F36099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D05B22-0BE9-A18E-9E49-5FC240EA5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5B88E8-9AD6-3A6A-54BB-8C9A71A1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154F-7072-486A-8E40-5DB85B409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558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9F9123-2439-CA07-60C9-06E2E4D03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CBDB157-FAF1-5C7B-335C-0BB3BFC98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9A240F-FB6A-A4C1-AE8A-D5E72CE8E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F9D084-909F-4E3B-7C63-F4625D1A5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6FF-D9AF-468C-BEAE-4FD651F36099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A5762B-763D-0A10-613C-7A01F5309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BC620D-E52C-38FD-05DF-C7EF514CF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154F-7072-486A-8E40-5DB85B409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994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35EF8-93C0-2F90-F1E8-5A85E9AC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99E4F8-CC39-49D0-99D7-1E1B6088F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045D76-D4BF-9994-CD84-1AD6FD808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6FF-D9AF-468C-BEAE-4FD651F36099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9A27FD-1885-0677-2BBD-42F129E8D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A74A34-9CE9-9AD0-3DF9-1AC76E2F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154F-7072-486A-8E40-5DB85B409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800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B71015-FDCB-65AE-6704-929308591F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47F0D8-C6A7-B141-5269-9B4170577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80FB1F-D2DE-7DF5-B8A1-EADFD31EB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6FF-D9AF-468C-BEAE-4FD651F36099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406D3B-B881-D422-34DE-1070C02C7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EA924-C451-3A7A-CD76-2051511E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154F-7072-486A-8E40-5DB85B409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814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AED2D3-A16C-F2EB-4173-4F786D10C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6CBAE0-1BA7-FF78-9CDE-0153B81A7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072A17-0D63-89C1-7EDA-1D8BE309CD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816FF-D9AF-468C-BEAE-4FD651F36099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71F75D-1A50-6008-472C-5DC06224C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0986B3-139B-8777-7AA3-2110ABC58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F154F-7072-486A-8E40-5DB85B409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659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A1372-4638-C948-8B23-75FAC5D737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10</a:t>
            </a:r>
            <a:r>
              <a:rPr lang="ko-KR" altLang="en-US" dirty="0"/>
              <a:t>주차 과제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535465-4B28-90F5-06BA-DB43D07E31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r>
              <a:rPr lang="ko-KR" altLang="en-US" dirty="0"/>
              <a:t>기 김현진</a:t>
            </a:r>
          </a:p>
        </p:txBody>
      </p:sp>
    </p:spTree>
    <p:extLst>
      <p:ext uri="{BB962C8B-B14F-4D97-AF65-F5344CB8AC3E}">
        <p14:creationId xmlns:p14="http://schemas.microsoft.com/office/powerpoint/2010/main" val="2360761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8A037F1-DFC1-1F40-CBDC-64E6BBC3C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731" y="1857547"/>
            <a:ext cx="2342067" cy="473304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179200E-C007-4E67-9161-8D4E2C292B3E}"/>
              </a:ext>
            </a:extLst>
          </p:cNvPr>
          <p:cNvSpPr txBox="1">
            <a:spLocks/>
          </p:cNvSpPr>
          <p:nvPr/>
        </p:nvSpPr>
        <p:spPr>
          <a:xfrm>
            <a:off x="0" y="110859"/>
            <a:ext cx="12408408" cy="1655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이번주 한 일</a:t>
            </a:r>
            <a:endParaRPr lang="en-US" altLang="ko-KR" dirty="0"/>
          </a:p>
          <a:p>
            <a:r>
              <a:rPr lang="ko-KR" altLang="en-US" sz="3600" dirty="0"/>
              <a:t>새 채팅 온 경우 홈화면의      아이콘 </a:t>
            </a:r>
            <a:r>
              <a:rPr lang="en-US" altLang="ko-KR" sz="3600" dirty="0"/>
              <a:t>-&gt;      </a:t>
            </a:r>
            <a:r>
              <a:rPr lang="ko-KR" altLang="en-US" sz="3600" dirty="0"/>
              <a:t>와 같이 빨간 점 추가</a:t>
            </a:r>
            <a:r>
              <a:rPr lang="en-US" altLang="ko-KR" sz="3600" dirty="0"/>
              <a:t> </a:t>
            </a:r>
            <a:r>
              <a:rPr lang="ko-KR" altLang="en-US" sz="3600" dirty="0"/>
              <a:t> </a:t>
            </a:r>
            <a:endParaRPr lang="en-US" altLang="ko-KR" sz="36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BDC0FEB-509B-B9BF-0DAA-92D46B7C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775" y="625411"/>
            <a:ext cx="533225" cy="6259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0775D06-56CD-E145-AA86-369EE5D23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8765" y="625411"/>
            <a:ext cx="706403" cy="64218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4965EEE-ACBE-8132-6512-27B59978B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98" y="1576422"/>
            <a:ext cx="3236773" cy="5575482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F69626D-9D68-D6EE-F858-2082328B25D4}"/>
              </a:ext>
            </a:extLst>
          </p:cNvPr>
          <p:cNvSpPr/>
          <p:nvPr/>
        </p:nvSpPr>
        <p:spPr>
          <a:xfrm>
            <a:off x="3003005" y="1857547"/>
            <a:ext cx="349795" cy="327476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CCB6C1E-9FE9-7773-B979-C144C459A729}"/>
              </a:ext>
            </a:extLst>
          </p:cNvPr>
          <p:cNvSpPr/>
          <p:nvPr/>
        </p:nvSpPr>
        <p:spPr>
          <a:xfrm>
            <a:off x="9127452" y="2467147"/>
            <a:ext cx="349795" cy="327476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464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3AF4B8BD-F44D-BF4A-DA46-468DE8D18000}"/>
              </a:ext>
            </a:extLst>
          </p:cNvPr>
          <p:cNvSpPr txBox="1">
            <a:spLocks/>
          </p:cNvSpPr>
          <p:nvPr/>
        </p:nvSpPr>
        <p:spPr>
          <a:xfrm>
            <a:off x="0" y="110859"/>
            <a:ext cx="12408408" cy="1655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이번주 한 일</a:t>
            </a:r>
            <a:endParaRPr lang="en-US" altLang="ko-KR" dirty="0"/>
          </a:p>
          <a:p>
            <a:r>
              <a:rPr lang="ko-KR" altLang="en-US" sz="3600" dirty="0"/>
              <a:t>일대일 채팅방만 표시되는 채팅 목록 </a:t>
            </a:r>
            <a:r>
              <a:rPr lang="en-US" altLang="ko-KR" sz="3600" dirty="0"/>
              <a:t>(</a:t>
            </a:r>
            <a:r>
              <a:rPr lang="ko-KR" altLang="en-US" sz="3600" dirty="0"/>
              <a:t>검색 기능 제외</a:t>
            </a:r>
            <a:r>
              <a:rPr lang="en-US" altLang="ko-KR" sz="3600" dirty="0"/>
              <a:t>) </a:t>
            </a:r>
            <a:r>
              <a:rPr lang="ko-KR" altLang="en-US" sz="3600" dirty="0"/>
              <a:t>개발</a:t>
            </a:r>
            <a:endParaRPr lang="en-US" altLang="ko-KR" sz="360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B4BAA35-970A-EF55-3989-BA7BFC23CF7E}"/>
              </a:ext>
            </a:extLst>
          </p:cNvPr>
          <p:cNvGrpSpPr/>
          <p:nvPr/>
        </p:nvGrpSpPr>
        <p:grpSpPr>
          <a:xfrm>
            <a:off x="799934" y="1765923"/>
            <a:ext cx="3099816" cy="5037711"/>
            <a:chOff x="827366" y="1734049"/>
            <a:chExt cx="3099816" cy="503771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E972702-4898-CAD8-CF63-F8070E892415}"/>
                </a:ext>
              </a:extLst>
            </p:cNvPr>
            <p:cNvSpPr txBox="1"/>
            <p:nvPr/>
          </p:nvSpPr>
          <p:spPr>
            <a:xfrm>
              <a:off x="939556" y="6402428"/>
              <a:ext cx="2875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채팅 목록 </a:t>
              </a:r>
              <a:r>
                <a:rPr lang="en-US" altLang="ko-KR" dirty="0"/>
                <a:t> </a:t>
              </a:r>
              <a:r>
                <a:rPr lang="ko-KR" altLang="en-US" dirty="0"/>
                <a:t>프로토 타입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0FAAB63-F3EC-8A24-44DF-80CD5C60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9640" y="1809223"/>
              <a:ext cx="2720576" cy="455715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88290D65-8B1C-23E1-2F36-EDBDFD90DEAA}"/>
                </a:ext>
              </a:extLst>
            </p:cNvPr>
            <p:cNvSpPr/>
            <p:nvPr/>
          </p:nvSpPr>
          <p:spPr>
            <a:xfrm>
              <a:off x="827366" y="2620647"/>
              <a:ext cx="3099816" cy="2002536"/>
            </a:xfrm>
            <a:prstGeom prst="round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2B6C47B2-CE8F-B1A7-917C-D54BF2540386}"/>
                </a:ext>
              </a:extLst>
            </p:cNvPr>
            <p:cNvSpPr/>
            <p:nvPr/>
          </p:nvSpPr>
          <p:spPr>
            <a:xfrm>
              <a:off x="3248866" y="1734049"/>
              <a:ext cx="678316" cy="520838"/>
            </a:xfrm>
            <a:prstGeom prst="round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08A48E4F-2AEB-7F06-E160-848CAFEA5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6921" y="1900899"/>
              <a:ext cx="171474" cy="381053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8CB0CBCE-77A1-E3F1-067E-8EBC15179B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3910"/>
          <a:stretch/>
        </p:blipFill>
        <p:spPr>
          <a:xfrm>
            <a:off x="6341604" y="1841097"/>
            <a:ext cx="3901296" cy="459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6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3AF4B8BD-F44D-BF4A-DA46-468DE8D18000}"/>
              </a:ext>
            </a:extLst>
          </p:cNvPr>
          <p:cNvSpPr txBox="1">
            <a:spLocks/>
          </p:cNvSpPr>
          <p:nvPr/>
        </p:nvSpPr>
        <p:spPr>
          <a:xfrm>
            <a:off x="0" y="110859"/>
            <a:ext cx="12192000" cy="1655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이번주 한 일</a:t>
            </a:r>
            <a:endParaRPr lang="en-US" altLang="ko-KR" dirty="0"/>
          </a:p>
          <a:p>
            <a:r>
              <a:rPr lang="ko-KR" altLang="en-US" sz="3600" dirty="0"/>
              <a:t>일대일 채팅 기능 개발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9331220-B3DA-090B-F5AB-4C6DB7B38C51}"/>
              </a:ext>
            </a:extLst>
          </p:cNvPr>
          <p:cNvGrpSpPr/>
          <p:nvPr/>
        </p:nvGrpSpPr>
        <p:grpSpPr>
          <a:xfrm>
            <a:off x="427777" y="1805676"/>
            <a:ext cx="3015193" cy="4977671"/>
            <a:chOff x="427777" y="1805676"/>
            <a:chExt cx="3015193" cy="497767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42057B1-9CEE-52B9-A9AD-023D5AD652BF}"/>
                </a:ext>
              </a:extLst>
            </p:cNvPr>
            <p:cNvSpPr txBox="1"/>
            <p:nvPr/>
          </p:nvSpPr>
          <p:spPr>
            <a:xfrm>
              <a:off x="586456" y="6414015"/>
              <a:ext cx="27382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일대일 채팅 프로토 타입</a:t>
              </a: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4B2EDB7B-D444-7D96-DD52-D32399B0AEE4}"/>
                </a:ext>
              </a:extLst>
            </p:cNvPr>
            <p:cNvGrpSpPr/>
            <p:nvPr/>
          </p:nvGrpSpPr>
          <p:grpSpPr>
            <a:xfrm>
              <a:off x="564744" y="1817106"/>
              <a:ext cx="2759962" cy="4557155"/>
              <a:chOff x="4716019" y="1860911"/>
              <a:chExt cx="2759962" cy="4557155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7339D6D8-765E-C72E-61CD-FE8BD27CEAE3}"/>
                  </a:ext>
                </a:extLst>
              </p:cNvPr>
              <p:cNvGrpSpPr/>
              <p:nvPr/>
            </p:nvGrpSpPr>
            <p:grpSpPr>
              <a:xfrm>
                <a:off x="4716019" y="1860911"/>
                <a:ext cx="2759962" cy="4557155"/>
                <a:chOff x="4716019" y="1860911"/>
                <a:chExt cx="2759962" cy="4557155"/>
              </a:xfrm>
            </p:grpSpPr>
            <p:grpSp>
              <p:nvGrpSpPr>
                <p:cNvPr id="21" name="그룹 20">
                  <a:extLst>
                    <a:ext uri="{FF2B5EF4-FFF2-40B4-BE49-F238E27FC236}">
                      <a16:creationId xmlns:a16="http://schemas.microsoft.com/office/drawing/2014/main" id="{8A51EFB0-51A2-7FEA-5A50-1F9F73ADCACA}"/>
                    </a:ext>
                  </a:extLst>
                </p:cNvPr>
                <p:cNvGrpSpPr/>
                <p:nvPr/>
              </p:nvGrpSpPr>
              <p:grpSpPr>
                <a:xfrm>
                  <a:off x="4716019" y="1860911"/>
                  <a:ext cx="2759962" cy="4557155"/>
                  <a:chOff x="4716019" y="1860911"/>
                  <a:chExt cx="2759962" cy="4557155"/>
                </a:xfrm>
              </p:grpSpPr>
              <p:grpSp>
                <p:nvGrpSpPr>
                  <p:cNvPr id="14" name="그룹 13">
                    <a:extLst>
                      <a:ext uri="{FF2B5EF4-FFF2-40B4-BE49-F238E27FC236}">
                        <a16:creationId xmlns:a16="http://schemas.microsoft.com/office/drawing/2014/main" id="{22ED5382-CF68-273F-C471-234D2CAD874E}"/>
                      </a:ext>
                    </a:extLst>
                  </p:cNvPr>
                  <p:cNvGrpSpPr/>
                  <p:nvPr/>
                </p:nvGrpSpPr>
                <p:grpSpPr>
                  <a:xfrm>
                    <a:off x="4716019" y="1860911"/>
                    <a:ext cx="2759962" cy="4557155"/>
                    <a:chOff x="4716019" y="1860911"/>
                    <a:chExt cx="2759962" cy="4557155"/>
                  </a:xfrm>
                </p:grpSpPr>
                <p:pic>
                  <p:nvPicPr>
                    <p:cNvPr id="8" name="그림 7">
                      <a:extLst>
                        <a:ext uri="{FF2B5EF4-FFF2-40B4-BE49-F238E27FC236}">
                          <a16:creationId xmlns:a16="http://schemas.microsoft.com/office/drawing/2014/main" id="{D7799850-08C1-93B2-8FB0-44F5A419910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t="1703"/>
                    <a:stretch/>
                  </p:blipFill>
                  <p:spPr>
                    <a:xfrm>
                      <a:off x="4716019" y="1860911"/>
                      <a:ext cx="2759962" cy="4557155"/>
                    </a:xfrm>
                    <a:prstGeom prst="rect">
                      <a:avLst/>
                    </a:prstGeom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  <p:pic>
                  <p:nvPicPr>
                    <p:cNvPr id="12" name="그림 11">
                      <a:extLst>
                        <a:ext uri="{FF2B5EF4-FFF2-40B4-BE49-F238E27FC236}">
                          <a16:creationId xmlns:a16="http://schemas.microsoft.com/office/drawing/2014/main" id="{882B3C1B-F05E-CA7C-9820-6BAE82F9C80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4814486" y="6073320"/>
                      <a:ext cx="295316" cy="226896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0" name="그림 19">
                    <a:extLst>
                      <a:ext uri="{FF2B5EF4-FFF2-40B4-BE49-F238E27FC236}">
                        <a16:creationId xmlns:a16="http://schemas.microsoft.com/office/drawing/2014/main" id="{B91D641E-1FBA-D343-0F04-C490A05B738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790670" y="1915589"/>
                    <a:ext cx="183666" cy="226896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8" name="그림 27">
                  <a:extLst>
                    <a:ext uri="{FF2B5EF4-FFF2-40B4-BE49-F238E27FC236}">
                      <a16:creationId xmlns:a16="http://schemas.microsoft.com/office/drawing/2014/main" id="{13C44B70-5AFF-093E-44E7-CFAE8E31DE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92072" y="3227757"/>
                  <a:ext cx="777375" cy="434415"/>
                </a:xfrm>
                <a:prstGeom prst="rect">
                  <a:avLst/>
                </a:prstGeom>
              </p:spPr>
            </p:pic>
          </p:grpSp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E1D67614-7829-5A32-B472-559DB3B09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99706" y="3662172"/>
                <a:ext cx="762106" cy="104790"/>
              </a:xfrm>
              <a:prstGeom prst="rect">
                <a:avLst/>
              </a:prstGeom>
            </p:spPr>
          </p:pic>
        </p:grp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F8D62894-F85A-9C94-B64B-6ED16965C3EA}"/>
                </a:ext>
              </a:extLst>
            </p:cNvPr>
            <p:cNvSpPr/>
            <p:nvPr/>
          </p:nvSpPr>
          <p:spPr>
            <a:xfrm>
              <a:off x="427777" y="1805676"/>
              <a:ext cx="3015193" cy="4568586"/>
            </a:xfrm>
            <a:prstGeom prst="round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16E2237E-CB3C-1C51-3E5C-BF230D86491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25300"/>
          <a:stretch/>
        </p:blipFill>
        <p:spPr>
          <a:xfrm>
            <a:off x="7515225" y="1471698"/>
            <a:ext cx="3225612" cy="523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7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51</Words>
  <Application>Microsoft Office PowerPoint</Application>
  <PresentationFormat>와이드스크린</PresentationFormat>
  <Paragraphs>10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10주차 과제 발표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10주차 과제 발표</dc:title>
  <dc:creator>현진 김</dc:creator>
  <cp:lastModifiedBy>현진 김</cp:lastModifiedBy>
  <cp:revision>1</cp:revision>
  <dcterms:created xsi:type="dcterms:W3CDTF">2024-05-23T08:09:56Z</dcterms:created>
  <dcterms:modified xsi:type="dcterms:W3CDTF">2024-05-23T10:45:21Z</dcterms:modified>
</cp:coreProperties>
</file>