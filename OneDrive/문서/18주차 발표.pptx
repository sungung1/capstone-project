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34003-3E2D-488D-9037-F53EAAE8ED64}" v="1" dt="2024-08-01T11:16:03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35A34003-3E2D-488D-9037-F53EAAE8ED64}"/>
    <pc:docChg chg="custSel addSld modSld sldOrd">
      <pc:chgData name="현진 김" userId="75745d21e3536c0a" providerId="LiveId" clId="{35A34003-3E2D-488D-9037-F53EAAE8ED64}" dt="2024-08-01T12:56:34.181" v="704" actId="20577"/>
      <pc:docMkLst>
        <pc:docMk/>
      </pc:docMkLst>
      <pc:sldChg chg="modSp mod">
        <pc:chgData name="현진 김" userId="75745d21e3536c0a" providerId="LiveId" clId="{35A34003-3E2D-488D-9037-F53EAAE8ED64}" dt="2024-08-01T10:27:11.790" v="155" actId="20577"/>
        <pc:sldMkLst>
          <pc:docMk/>
          <pc:sldMk cId="2150995064" sldId="258"/>
        </pc:sldMkLst>
        <pc:spChg chg="mod">
          <ac:chgData name="현진 김" userId="75745d21e3536c0a" providerId="LiveId" clId="{35A34003-3E2D-488D-9037-F53EAAE8ED64}" dt="2024-08-01T10:27:11.790" v="155" actId="20577"/>
          <ac:spMkLst>
            <pc:docMk/>
            <pc:sldMk cId="2150995064" sldId="258"/>
            <ac:spMk id="2" creationId="{65B2362A-E8DE-E4C4-5D32-D54D95363B9D}"/>
          </ac:spMkLst>
        </pc:spChg>
        <pc:spChg chg="mod">
          <ac:chgData name="현진 김" userId="75745d21e3536c0a" providerId="LiveId" clId="{35A34003-3E2D-488D-9037-F53EAAE8ED64}" dt="2024-08-01T10:26:19.383" v="2" actId="2711"/>
          <ac:spMkLst>
            <pc:docMk/>
            <pc:sldMk cId="2150995064" sldId="258"/>
            <ac:spMk id="3" creationId="{6AAE501A-2B19-D479-8073-F4FEBA305A21}"/>
          </ac:spMkLst>
        </pc:spChg>
      </pc:sldChg>
      <pc:sldChg chg="modSp mod">
        <pc:chgData name="현진 김" userId="75745d21e3536c0a" providerId="LiveId" clId="{35A34003-3E2D-488D-9037-F53EAAE8ED64}" dt="2024-08-01T11:15:56.015" v="632" actId="20577"/>
        <pc:sldMkLst>
          <pc:docMk/>
          <pc:sldMk cId="2361810481" sldId="259"/>
        </pc:sldMkLst>
        <pc:spChg chg="mod">
          <ac:chgData name="현진 김" userId="75745d21e3536c0a" providerId="LiveId" clId="{35A34003-3E2D-488D-9037-F53EAAE8ED64}" dt="2024-08-01T10:26:27.672" v="3" actId="2711"/>
          <ac:spMkLst>
            <pc:docMk/>
            <pc:sldMk cId="2361810481" sldId="259"/>
            <ac:spMk id="2" creationId="{65B2362A-E8DE-E4C4-5D32-D54D95363B9D}"/>
          </ac:spMkLst>
        </pc:spChg>
        <pc:spChg chg="mod">
          <ac:chgData name="현진 김" userId="75745d21e3536c0a" providerId="LiveId" clId="{35A34003-3E2D-488D-9037-F53EAAE8ED64}" dt="2024-08-01T11:15:56.015" v="632" actId="20577"/>
          <ac:spMkLst>
            <pc:docMk/>
            <pc:sldMk cId="2361810481" sldId="259"/>
            <ac:spMk id="3" creationId="{6AAE501A-2B19-D479-8073-F4FEBA305A21}"/>
          </ac:spMkLst>
        </pc:spChg>
      </pc:sldChg>
      <pc:sldChg chg="modSp new mod">
        <pc:chgData name="현진 김" userId="75745d21e3536c0a" providerId="LiveId" clId="{35A34003-3E2D-488D-9037-F53EAAE8ED64}" dt="2024-08-01T10:29:07.001" v="626" actId="113"/>
        <pc:sldMkLst>
          <pc:docMk/>
          <pc:sldMk cId="850829729" sldId="260"/>
        </pc:sldMkLst>
        <pc:spChg chg="mod">
          <ac:chgData name="현진 김" userId="75745d21e3536c0a" providerId="LiveId" clId="{35A34003-3E2D-488D-9037-F53EAAE8ED64}" dt="2024-08-01T10:26:38.222" v="30" actId="20577"/>
          <ac:spMkLst>
            <pc:docMk/>
            <pc:sldMk cId="850829729" sldId="260"/>
            <ac:spMk id="2" creationId="{957CB2D9-FFD0-BE47-B211-ED4D4EEA65B7}"/>
          </ac:spMkLst>
        </pc:spChg>
        <pc:spChg chg="mod">
          <ac:chgData name="현진 김" userId="75745d21e3536c0a" providerId="LiveId" clId="{35A34003-3E2D-488D-9037-F53EAAE8ED64}" dt="2024-08-01T10:29:07.001" v="626" actId="113"/>
          <ac:spMkLst>
            <pc:docMk/>
            <pc:sldMk cId="850829729" sldId="260"/>
            <ac:spMk id="3" creationId="{77F4B5FB-BB53-D65B-6C8C-D9BBD30094B6}"/>
          </ac:spMkLst>
        </pc:spChg>
      </pc:sldChg>
      <pc:sldChg chg="delSp modSp add mod ord">
        <pc:chgData name="현진 김" userId="75745d21e3536c0a" providerId="LiveId" clId="{35A34003-3E2D-488D-9037-F53EAAE8ED64}" dt="2024-08-01T12:56:34.181" v="704" actId="20577"/>
        <pc:sldMkLst>
          <pc:docMk/>
          <pc:sldMk cId="3056628319" sldId="261"/>
        </pc:sldMkLst>
        <pc:spChg chg="del mod">
          <ac:chgData name="현진 김" userId="75745d21e3536c0a" providerId="LiveId" clId="{35A34003-3E2D-488D-9037-F53EAAE8ED64}" dt="2024-08-01T11:16:17.467" v="638" actId="478"/>
          <ac:spMkLst>
            <pc:docMk/>
            <pc:sldMk cId="3056628319" sldId="261"/>
            <ac:spMk id="2" creationId="{957CB2D9-FFD0-BE47-B211-ED4D4EEA65B7}"/>
          </ac:spMkLst>
        </pc:spChg>
        <pc:spChg chg="mod">
          <ac:chgData name="현진 김" userId="75745d21e3536c0a" providerId="LiveId" clId="{35A34003-3E2D-488D-9037-F53EAAE8ED64}" dt="2024-08-01T12:56:34.181" v="704" actId="20577"/>
          <ac:spMkLst>
            <pc:docMk/>
            <pc:sldMk cId="3056628319" sldId="261"/>
            <ac:spMk id="3" creationId="{77F4B5FB-BB53-D65B-6C8C-D9BBD30094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8489D-6A03-BB37-2EA7-8BBCFA582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507168-0672-538F-3188-5F3337273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08DA0-9FA3-EF56-01F2-7D590078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1B898-3135-56F5-ABBA-18139CD6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38030-FAD9-B3CB-1422-C45E4585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82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6D42F-4D84-F3B3-3158-CF0AF1B8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CF8C3-A985-6B60-9814-D74C4CBF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70F33-8646-346B-E8EC-87B9A3A9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B79056-140E-038F-93D6-F02A0649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5CC84-6078-8E62-4524-50A55A8E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66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D037F-6C14-05D3-6612-54D5B4FE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1A57E2-1B28-BCC8-F37C-537A5A2F7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01BB10-08CD-592D-BE1D-7A2C9E2F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AAEA3A-F688-8AAD-56C4-DA24C9DB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64DDA-C410-BF9D-86A2-224EFAA8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83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B03BD-40B2-950D-3C10-BB9DC427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FD7051-E8C1-2057-D822-E1FAB8566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3A49C-642F-BF7B-857B-B14E08D4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A76EE5-7EAD-FCF2-201D-BC56F6C7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EDBD14-29AD-6BF4-9FAF-83906C98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90316F-0F6D-5F39-3E1D-6965FC76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41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363C1-366C-845A-A6CC-4B3768D0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30BF57-4BBC-DA93-632D-946207D76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7F198-8E11-B6A1-BFEA-0474BA66A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1415DE-C4CD-848A-C490-8133EFE03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F322F1-63BC-4B2F-1C1F-0124B49BB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C12FBE-B66A-6F59-2A6C-A7F371A8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610F91-F8D3-80DF-634A-1D4D3A64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AFC0FC-85DB-A19C-D2C4-4426DB3A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95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F06F1-CAD5-41AB-E90F-1775633F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81946A-48EC-2921-EAF8-A6C0D3F0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E91EE-E03D-D1FC-2B52-F0C3DA2E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1461E3-1835-AD44-A06D-BC1FFCE9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98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D4BAD4-E533-5D4F-2B9C-F4B6B8C1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AEDC11-F54A-A134-E2A0-C49EF41C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917889-1510-BC05-62BD-3093E3C4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2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23405-E4BB-2EBC-6938-11F68ECC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2A2FC-DEA5-EE3E-CFE3-FDFA2F8DE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15A572-93F9-9A1E-521C-C5867679F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5E49BF-E715-BDBA-CB3B-D1F65BE5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9256C7-5700-B861-682A-3C8001A2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20975E-C715-8DC7-2B40-0637FB99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8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BC6DA-4E7A-365E-A9C7-5F509193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6C01A7-73FE-3A15-02BB-18D16892F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10594F-E339-C1AD-03F4-F238A0AF5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8BE12-017F-6F05-7EAB-28825C61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8B203F-0C9F-3E1E-5D41-C1BBA339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C3FC9B-CB02-A83F-5E18-9D7006F4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09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6BB01-A299-1DF3-90B6-6BA94E9C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85B33-5BE7-6494-FB95-7B9010E64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77E60-E9EE-B2EE-4A10-0281F364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790FD-4A9B-991E-EE6A-8280902A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883C0-3E21-F21F-912E-E602DD95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735B2E-0F59-6E90-2A85-446A92120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D5AE27-6551-EA5A-C6D3-281FF58C5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627B5B-B4F6-F1E4-46B4-6BE0EDA1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A1525-4D8F-DF08-2405-F9D8EA2E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6D099-0D74-28D5-FF24-EDB1E859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59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EEC1D-3ACD-99A0-C434-14F8D7E7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147FC0-A7A0-2842-3F4A-651316F07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D657D-E8CC-0FBE-8CCA-32D463BD3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C3200-8680-44FC-AAC3-C1EF602B41FE}" type="datetimeFigureOut">
              <a:rPr lang="ko-KR" altLang="en-US" smtClean="0"/>
              <a:t>2024-08-01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A71915-8FBF-0D0C-610C-8D33E24B0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F832BD-13FD-4D22-3EFB-2A81CDEEB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43152-0082-43B0-8C6F-7264327D1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44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36D1C-B84A-E78C-D79E-D5AEA1811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18</a:t>
            </a:r>
            <a:r>
              <a:rPr lang="ko-KR" altLang="en-US" dirty="0"/>
              <a:t>주차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0E168B-9E6D-4FA0-FCC2-462274DAE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147435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CB2D9-FFD0-BE47-B211-ED4D4EEA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주 한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4B5FB-BB53-D65B-6C8C-D9BBD300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계정 </a:t>
            </a:r>
            <a:r>
              <a:rPr lang="ko-KR" altLang="en-US" b="1" dirty="0"/>
              <a:t>연동</a:t>
            </a:r>
            <a:r>
              <a:rPr lang="ko-KR" altLang="en-US" dirty="0"/>
              <a:t>에 대한 공부 및 연동 로직 변경</a:t>
            </a:r>
            <a:endParaRPr lang="en-US" altLang="ko-KR" dirty="0"/>
          </a:p>
          <a:p>
            <a:r>
              <a:rPr lang="ko-KR" altLang="en-US" b="1" dirty="0"/>
              <a:t>네이버 로그인 </a:t>
            </a:r>
            <a:r>
              <a:rPr lang="en-US" altLang="ko-KR" b="1" dirty="0"/>
              <a:t>API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ko-KR" altLang="en-US" dirty="0"/>
              <a:t>계정 생성</a:t>
            </a:r>
            <a:r>
              <a:rPr lang="en-US" altLang="ko-KR" dirty="0"/>
              <a:t>/</a:t>
            </a:r>
            <a:r>
              <a:rPr lang="ko-KR" altLang="en-US" dirty="0"/>
              <a:t>연동</a:t>
            </a:r>
            <a:r>
              <a:rPr lang="en-US" altLang="ko-KR" dirty="0"/>
              <a:t>, (</a:t>
            </a:r>
            <a:r>
              <a:rPr lang="ko-KR" altLang="en-US" dirty="0"/>
              <a:t>자동</a:t>
            </a:r>
            <a:r>
              <a:rPr lang="en-US" altLang="ko-KR" dirty="0"/>
              <a:t>)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회원탈퇴</a:t>
            </a:r>
            <a:endParaRPr lang="en-US" altLang="ko-KR" dirty="0"/>
          </a:p>
          <a:p>
            <a:r>
              <a:rPr lang="ko-KR" altLang="en-US" dirty="0" err="1"/>
              <a:t>게시글에</a:t>
            </a:r>
            <a:r>
              <a:rPr lang="ko-KR" altLang="en-US" dirty="0"/>
              <a:t> 다른 팀원을 </a:t>
            </a:r>
            <a:r>
              <a:rPr lang="ko-KR" altLang="en-US" dirty="0" err="1"/>
              <a:t>태그할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 err="1"/>
              <a:t>태그된</a:t>
            </a:r>
            <a:r>
              <a:rPr lang="ko-KR" altLang="en-US" dirty="0"/>
              <a:t> 팀원에게 </a:t>
            </a:r>
            <a:r>
              <a:rPr lang="ko-KR" altLang="en-US" b="1" dirty="0"/>
              <a:t>알림</a:t>
            </a:r>
            <a:r>
              <a:rPr lang="ko-KR" altLang="en-US" dirty="0"/>
              <a:t> 전송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5082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2362A-E8DE-E4C4-5D32-D54D9536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연동 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–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공부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E501A-2B19-D479-8073-F4FEBA30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우버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en-US" altLang="ko-KR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Lifill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쇼핑몰 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-&gt;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기존 계정에 카카오 연동 시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</a:p>
          <a:p>
            <a:pPr marL="457200" lvl="1" indent="0">
              <a:buNone/>
            </a:pP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-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로그인 방식이 추가됨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457200" lvl="1" indent="0">
              <a:buNone/>
            </a:pP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	ex)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기존 로그인 방식이 구글 계정으로 </a:t>
            </a:r>
            <a:r>
              <a:rPr lang="ko-KR" altLang="en-US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로그인이었다면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구글 또는 카카오 계정으로 로그인 가능</a:t>
            </a: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pPr lvl="1">
              <a:buFontTx/>
              <a:buChar char="-"/>
            </a:pP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서비스 내 기존 회원 정보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(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프로필사진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닉네임 등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)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는 변경되지 않음</a:t>
            </a: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(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여러 앱들을 테스트해본 결과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기존 계정 존재 여부와 상관없이 여러 개의 계정을 만들 수 있는 경우가 많음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)</a:t>
            </a:r>
          </a:p>
          <a:p>
            <a:pPr marL="457200" lvl="1" indent="0">
              <a:buNone/>
            </a:pP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=&gt;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나도 기존 계정에 연동 시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로그인 방식 추가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+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기존회원정보 중 프로필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닉네임 변경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X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로 변경 </a:t>
            </a: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99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2362A-E8DE-E4C4-5D32-D54D9536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연동 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-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변경사항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E501A-2B19-D479-8073-F4FEBA30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DB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상 사용자의 </a:t>
            </a:r>
            <a:r>
              <a:rPr lang="en-US" altLang="ko-KR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account_type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회원 번호만 업데이트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프로필 편집 화면에서 연동 표시 추가</a:t>
            </a: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카카오 계정 연동해도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기존 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NovaCom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계정 로그인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(id,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비밀번호 입력 후 로그인</a:t>
            </a:r>
            <a:r>
              <a:rPr lang="en-US" altLang="ko-KR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) </a:t>
            </a:r>
            <a:r>
              <a:rPr lang="ko-KR" altLang="en-US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가능</a:t>
            </a:r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endParaRPr lang="en-US" altLang="ko-KR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81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4B5FB-BB53-D65B-6C8C-D9BBD300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네이버 로그인 </a:t>
            </a:r>
            <a:r>
              <a:rPr lang="en-US" altLang="ko-KR" b="1" dirty="0"/>
              <a:t>API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ko-KR" altLang="en-US" dirty="0"/>
              <a:t>계정 생성</a:t>
            </a:r>
            <a:r>
              <a:rPr lang="en-US" altLang="ko-KR" dirty="0"/>
              <a:t>/</a:t>
            </a:r>
            <a:r>
              <a:rPr lang="ko-KR" altLang="en-US" dirty="0"/>
              <a:t>연동</a:t>
            </a:r>
            <a:r>
              <a:rPr lang="en-US" altLang="ko-KR" dirty="0"/>
              <a:t>, (</a:t>
            </a:r>
            <a:r>
              <a:rPr lang="ko-KR" altLang="en-US" dirty="0"/>
              <a:t>자동</a:t>
            </a:r>
            <a:r>
              <a:rPr lang="en-US" altLang="ko-KR" dirty="0"/>
              <a:t>)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회원탈퇴</a:t>
            </a:r>
            <a:endParaRPr lang="en-US" altLang="ko-KR" dirty="0"/>
          </a:p>
          <a:p>
            <a:r>
              <a:rPr lang="ko-KR" altLang="en-US" dirty="0" err="1"/>
              <a:t>게시글에</a:t>
            </a:r>
            <a:r>
              <a:rPr lang="ko-KR" altLang="en-US" dirty="0"/>
              <a:t> 다른 팀원을 </a:t>
            </a:r>
            <a:r>
              <a:rPr lang="ko-KR" altLang="en-US" dirty="0" err="1"/>
              <a:t>태그할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 err="1"/>
              <a:t>태그된</a:t>
            </a:r>
            <a:r>
              <a:rPr lang="ko-KR" altLang="en-US" dirty="0"/>
              <a:t> 팀원에게 </a:t>
            </a:r>
            <a:r>
              <a:rPr lang="ko-KR" altLang="en-US" b="1" dirty="0"/>
              <a:t>알림</a:t>
            </a:r>
            <a:r>
              <a:rPr lang="ko-KR" altLang="en-US" dirty="0"/>
              <a:t> 전송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이제 부족한 건 하고 고치자 고고</a:t>
            </a:r>
            <a:r>
              <a:rPr lang="en-US" altLang="ko-KR"/>
              <a:t>!!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662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208</Words>
  <Application>Microsoft Office PowerPoint</Application>
  <PresentationFormat>와이드스크린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</vt:lpstr>
      <vt:lpstr>맑은 고딕</vt:lpstr>
      <vt:lpstr>Arial</vt:lpstr>
      <vt:lpstr>Office 테마</vt:lpstr>
      <vt:lpstr>18주차 발표</vt:lpstr>
      <vt:lpstr>이번 주 한 일</vt:lpstr>
      <vt:lpstr>연동 – 공부 내용</vt:lpstr>
      <vt:lpstr>연동 - 변경사항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2024-07-26T11:36:10Z</dcterms:created>
  <dcterms:modified xsi:type="dcterms:W3CDTF">2024-08-01T12:56:35Z</dcterms:modified>
</cp:coreProperties>
</file>