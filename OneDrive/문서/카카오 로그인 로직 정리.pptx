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A3AC6-5D31-46B4-8DF5-03C522C4416C}" v="22" dt="2024-07-26T11:20:05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213A3AC6-5D31-46B4-8DF5-03C522C4416C}"/>
    <pc:docChg chg="undo custSel addSld modSld">
      <pc:chgData name="현진 김" userId="75745d21e3536c0a" providerId="LiveId" clId="{213A3AC6-5D31-46B4-8DF5-03C522C4416C}" dt="2024-07-26T11:25:16.113" v="3911" actId="20577"/>
      <pc:docMkLst>
        <pc:docMk/>
      </pc:docMkLst>
      <pc:sldChg chg="addSp delSp modSp mod">
        <pc:chgData name="현진 김" userId="75745d21e3536c0a" providerId="LiveId" clId="{213A3AC6-5D31-46B4-8DF5-03C522C4416C}" dt="2024-07-24T19:04:15.641" v="2573" actId="478"/>
        <pc:sldMkLst>
          <pc:docMk/>
          <pc:sldMk cId="739792756" sldId="256"/>
        </pc:sldMkLst>
        <pc:spChg chg="mod">
          <ac:chgData name="현진 김" userId="75745d21e3536c0a" providerId="LiveId" clId="{213A3AC6-5D31-46B4-8DF5-03C522C4416C}" dt="2024-07-24T14:18:49.028" v="1932" actId="1076"/>
          <ac:spMkLst>
            <pc:docMk/>
            <pc:sldMk cId="739792756" sldId="256"/>
            <ac:spMk id="4" creationId="{81E93329-B30F-1C30-E503-CC75C09C53A2}"/>
          </ac:spMkLst>
        </pc:spChg>
        <pc:spChg chg="del mod">
          <ac:chgData name="현진 김" userId="75745d21e3536c0a" providerId="LiveId" clId="{213A3AC6-5D31-46B4-8DF5-03C522C4416C}" dt="2024-07-24T19:04:15.641" v="2573" actId="478"/>
          <ac:spMkLst>
            <pc:docMk/>
            <pc:sldMk cId="739792756" sldId="256"/>
            <ac:spMk id="8" creationId="{DA088018-12DA-64DA-5D6F-C3E053C9C837}"/>
          </ac:spMkLst>
        </pc:spChg>
        <pc:spChg chg="mod">
          <ac:chgData name="현진 김" userId="75745d21e3536c0a" providerId="LiveId" clId="{213A3AC6-5D31-46B4-8DF5-03C522C4416C}" dt="2024-07-24T12:15:03.545" v="632" actId="20577"/>
          <ac:spMkLst>
            <pc:docMk/>
            <pc:sldMk cId="739792756" sldId="256"/>
            <ac:spMk id="9" creationId="{2C298B72-6FF2-0A8A-667F-7BD7CA09CCBA}"/>
          </ac:spMkLst>
        </pc:spChg>
        <pc:spChg chg="mod">
          <ac:chgData name="현진 김" userId="75745d21e3536c0a" providerId="LiveId" clId="{213A3AC6-5D31-46B4-8DF5-03C522C4416C}" dt="2024-07-24T18:30:49.541" v="2572" actId="20577"/>
          <ac:spMkLst>
            <pc:docMk/>
            <pc:sldMk cId="739792756" sldId="256"/>
            <ac:spMk id="12" creationId="{371577BD-EB5F-7496-323C-F6E772E36478}"/>
          </ac:spMkLst>
        </pc:spChg>
        <pc:spChg chg="mod">
          <ac:chgData name="현진 김" userId="75745d21e3536c0a" providerId="LiveId" clId="{213A3AC6-5D31-46B4-8DF5-03C522C4416C}" dt="2024-07-24T17:35:22.868" v="2489" actId="400"/>
          <ac:spMkLst>
            <pc:docMk/>
            <pc:sldMk cId="739792756" sldId="256"/>
            <ac:spMk id="14" creationId="{203AF25F-AEA7-C465-8FAB-DDA033EE15AD}"/>
          </ac:spMkLst>
        </pc:spChg>
        <pc:spChg chg="add mod">
          <ac:chgData name="현진 김" userId="75745d21e3536c0a" providerId="LiveId" clId="{213A3AC6-5D31-46B4-8DF5-03C522C4416C}" dt="2024-07-24T15:18:16.821" v="2445" actId="20577"/>
          <ac:spMkLst>
            <pc:docMk/>
            <pc:sldMk cId="739792756" sldId="256"/>
            <ac:spMk id="17" creationId="{6C5B4372-AF6F-8117-C5C8-DFD1B1F0DC72}"/>
          </ac:spMkLst>
        </pc:spChg>
        <pc:spChg chg="mod">
          <ac:chgData name="현진 김" userId="75745d21e3536c0a" providerId="LiveId" clId="{213A3AC6-5D31-46B4-8DF5-03C522C4416C}" dt="2024-07-24T12:03:49.636" v="144" actId="1076"/>
          <ac:spMkLst>
            <pc:docMk/>
            <pc:sldMk cId="739792756" sldId="256"/>
            <ac:spMk id="19" creationId="{4F034913-EA9C-02D7-D6D5-98B302032D30}"/>
          </ac:spMkLst>
        </pc:spChg>
        <pc:spChg chg="mod">
          <ac:chgData name="현진 김" userId="75745d21e3536c0a" providerId="LiveId" clId="{213A3AC6-5D31-46B4-8DF5-03C522C4416C}" dt="2024-07-24T14:48:57.273" v="2380" actId="1076"/>
          <ac:spMkLst>
            <pc:docMk/>
            <pc:sldMk cId="739792756" sldId="256"/>
            <ac:spMk id="28" creationId="{60199B17-DF5A-D8CE-FD96-1A75E62E2EC6}"/>
          </ac:spMkLst>
        </pc:spChg>
        <pc:spChg chg="mod">
          <ac:chgData name="현진 김" userId="75745d21e3536c0a" providerId="LiveId" clId="{213A3AC6-5D31-46B4-8DF5-03C522C4416C}" dt="2024-07-24T14:18:57.795" v="1934" actId="20577"/>
          <ac:spMkLst>
            <pc:docMk/>
            <pc:sldMk cId="739792756" sldId="256"/>
            <ac:spMk id="30" creationId="{B7CB4752-F5D5-AFC3-A370-0B4F479ED4F8}"/>
          </ac:spMkLst>
        </pc:spChg>
        <pc:inkChg chg="add del">
          <ac:chgData name="현진 김" userId="75745d21e3536c0a" providerId="LiveId" clId="{213A3AC6-5D31-46B4-8DF5-03C522C4416C}" dt="2024-07-24T15:09:16.752" v="2382" actId="9405"/>
          <ac:inkMkLst>
            <pc:docMk/>
            <pc:sldMk cId="739792756" sldId="256"/>
            <ac:inkMk id="3" creationId="{DE655A80-1A01-A14C-0085-3FCFBC6C38E7}"/>
          </ac:inkMkLst>
        </pc:inkChg>
        <pc:inkChg chg="add del">
          <ac:chgData name="현진 김" userId="75745d21e3536c0a" providerId="LiveId" clId="{213A3AC6-5D31-46B4-8DF5-03C522C4416C}" dt="2024-07-24T15:09:19.299" v="2384" actId="9405"/>
          <ac:inkMkLst>
            <pc:docMk/>
            <pc:sldMk cId="739792756" sldId="256"/>
            <ac:inkMk id="11" creationId="{BBF3A5E4-743B-D727-E1B2-996F844D787A}"/>
          </ac:inkMkLst>
        </pc:inkChg>
        <pc:inkChg chg="add mod">
          <ac:chgData name="현진 김" userId="75745d21e3536c0a" providerId="LiveId" clId="{213A3AC6-5D31-46B4-8DF5-03C522C4416C}" dt="2024-07-24T15:18:06.244" v="2435" actId="14100"/>
          <ac:inkMkLst>
            <pc:docMk/>
            <pc:sldMk cId="739792756" sldId="256"/>
            <ac:inkMk id="15" creationId="{CD69D200-A774-72CC-7F87-DEAB09BE3A79}"/>
          </ac:inkMkLst>
        </pc:inkChg>
        <pc:cxnChg chg="mod">
          <ac:chgData name="현진 김" userId="75745d21e3536c0a" providerId="LiveId" clId="{213A3AC6-5D31-46B4-8DF5-03C522C4416C}" dt="2024-07-24T14:25:02.434" v="2372" actId="208"/>
          <ac:cxnSpMkLst>
            <pc:docMk/>
            <pc:sldMk cId="739792756" sldId="256"/>
            <ac:cxnSpMk id="16" creationId="{301E4EFC-27B4-A9AA-96FD-AD0111B15C95}"/>
          </ac:cxnSpMkLst>
        </pc:cxnChg>
        <pc:cxnChg chg="mod">
          <ac:chgData name="현진 김" userId="75745d21e3536c0a" providerId="LiveId" clId="{213A3AC6-5D31-46B4-8DF5-03C522C4416C}" dt="2024-07-24T14:25:05.800" v="2373" actId="208"/>
          <ac:cxnSpMkLst>
            <pc:docMk/>
            <pc:sldMk cId="739792756" sldId="256"/>
            <ac:cxnSpMk id="20" creationId="{807356DA-F567-5AF5-C1D8-D92E3C53B9B7}"/>
          </ac:cxnSpMkLst>
        </pc:cxnChg>
      </pc:sldChg>
      <pc:sldChg chg="addSp delSp modSp new mod">
        <pc:chgData name="현진 김" userId="75745d21e3536c0a" providerId="LiveId" clId="{213A3AC6-5D31-46B4-8DF5-03C522C4416C}" dt="2024-07-24T20:19:24.540" v="2576" actId="1076"/>
        <pc:sldMkLst>
          <pc:docMk/>
          <pc:sldMk cId="3001573004" sldId="257"/>
        </pc:sldMkLst>
        <pc:spChg chg="del">
          <ac:chgData name="현진 김" userId="75745d21e3536c0a" providerId="LiveId" clId="{213A3AC6-5D31-46B4-8DF5-03C522C4416C}" dt="2024-07-24T12:32:52.600" v="1019" actId="478"/>
          <ac:spMkLst>
            <pc:docMk/>
            <pc:sldMk cId="3001573004" sldId="257"/>
            <ac:spMk id="2" creationId="{D1BBD8D3-8596-9177-D848-EA6499D5801E}"/>
          </ac:spMkLst>
        </pc:spChg>
        <pc:spChg chg="del">
          <ac:chgData name="현진 김" userId="75745d21e3536c0a" providerId="LiveId" clId="{213A3AC6-5D31-46B4-8DF5-03C522C4416C}" dt="2024-07-24T12:32:55.409" v="1020" actId="478"/>
          <ac:spMkLst>
            <pc:docMk/>
            <pc:sldMk cId="3001573004" sldId="257"/>
            <ac:spMk id="3" creationId="{7E53CFF4-EF07-C277-E238-0E5A047D9999}"/>
          </ac:spMkLst>
        </pc:spChg>
        <pc:spChg chg="add mod">
          <ac:chgData name="현진 김" userId="75745d21e3536c0a" providerId="LiveId" clId="{213A3AC6-5D31-46B4-8DF5-03C522C4416C}" dt="2024-07-24T12:33:31.468" v="1047" actId="1076"/>
          <ac:spMkLst>
            <pc:docMk/>
            <pc:sldMk cId="3001573004" sldId="257"/>
            <ac:spMk id="4" creationId="{24D45B42-D18A-6502-AEC6-77909814F013}"/>
          </ac:spMkLst>
        </pc:spChg>
        <pc:spChg chg="add mod">
          <ac:chgData name="현진 김" userId="75745d21e3536c0a" providerId="LiveId" clId="{213A3AC6-5D31-46B4-8DF5-03C522C4416C}" dt="2024-07-24T12:34:38.799" v="1192" actId="20577"/>
          <ac:spMkLst>
            <pc:docMk/>
            <pc:sldMk cId="3001573004" sldId="257"/>
            <ac:spMk id="5" creationId="{6EC4B10F-9377-882D-36D7-69D25F87D9ED}"/>
          </ac:spMkLst>
        </pc:spChg>
        <pc:spChg chg="add mod">
          <ac:chgData name="현진 김" userId="75745d21e3536c0a" providerId="LiveId" clId="{213A3AC6-5D31-46B4-8DF5-03C522C4416C}" dt="2024-07-24T12:35:15.863" v="1245" actId="1076"/>
          <ac:spMkLst>
            <pc:docMk/>
            <pc:sldMk cId="3001573004" sldId="257"/>
            <ac:spMk id="6" creationId="{75E4E093-2C36-E5D0-1CD6-2DADC57D8218}"/>
          </ac:spMkLst>
        </pc:spChg>
        <pc:spChg chg="add mod">
          <ac:chgData name="현진 김" userId="75745d21e3536c0a" providerId="LiveId" clId="{213A3AC6-5D31-46B4-8DF5-03C522C4416C}" dt="2024-07-24T16:04:16.514" v="2447" actId="1076"/>
          <ac:spMkLst>
            <pc:docMk/>
            <pc:sldMk cId="3001573004" sldId="257"/>
            <ac:spMk id="7" creationId="{994A5DB1-EFCB-B1A6-B825-74922E313B58}"/>
          </ac:spMkLst>
        </pc:spChg>
        <pc:spChg chg="add mod">
          <ac:chgData name="현진 김" userId="75745d21e3536c0a" providerId="LiveId" clId="{213A3AC6-5D31-46B4-8DF5-03C522C4416C}" dt="2024-07-24T20:19:22.346" v="2575" actId="14100"/>
          <ac:spMkLst>
            <pc:docMk/>
            <pc:sldMk cId="3001573004" sldId="257"/>
            <ac:spMk id="12" creationId="{8DC36753-CFA8-78B6-666D-5BB4B4A59802}"/>
          </ac:spMkLst>
        </pc:spChg>
        <pc:spChg chg="add mod">
          <ac:chgData name="현진 김" userId="75745d21e3536c0a" providerId="LiveId" clId="{213A3AC6-5D31-46B4-8DF5-03C522C4416C}" dt="2024-07-24T20:19:24.540" v="2576" actId="1076"/>
          <ac:spMkLst>
            <pc:docMk/>
            <pc:sldMk cId="3001573004" sldId="257"/>
            <ac:spMk id="14" creationId="{B228A841-9D14-0805-D68E-D290B0150571}"/>
          </ac:spMkLst>
        </pc:spChg>
        <pc:picChg chg="add mod">
          <ac:chgData name="현진 김" userId="75745d21e3536c0a" providerId="LiveId" clId="{213A3AC6-5D31-46B4-8DF5-03C522C4416C}" dt="2024-07-24T12:38:00.553" v="1323" actId="1076"/>
          <ac:picMkLst>
            <pc:docMk/>
            <pc:sldMk cId="3001573004" sldId="257"/>
            <ac:picMk id="2050" creationId="{E61568B7-FA38-6C36-730B-13D1E3B936E1}"/>
          </ac:picMkLst>
        </pc:picChg>
        <pc:cxnChg chg="add mod">
          <ac:chgData name="현진 김" userId="75745d21e3536c0a" providerId="LiveId" clId="{213A3AC6-5D31-46B4-8DF5-03C522C4416C}" dt="2024-07-24T12:38:05.080" v="1325" actId="14100"/>
          <ac:cxnSpMkLst>
            <pc:docMk/>
            <pc:sldMk cId="3001573004" sldId="257"/>
            <ac:cxnSpMk id="8" creationId="{EDC1D4F0-43B3-BA9F-70C3-CF27E3A0AF39}"/>
          </ac:cxnSpMkLst>
        </pc:cxnChg>
        <pc:cxnChg chg="add mod">
          <ac:chgData name="현진 김" userId="75745d21e3536c0a" providerId="LiveId" clId="{213A3AC6-5D31-46B4-8DF5-03C522C4416C}" dt="2024-07-24T12:37:47.079" v="1320"/>
          <ac:cxnSpMkLst>
            <pc:docMk/>
            <pc:sldMk cId="3001573004" sldId="257"/>
            <ac:cxnSpMk id="11" creationId="{C9C9B7E1-AE5A-2675-A54E-079555BD9E03}"/>
          </ac:cxnSpMkLst>
        </pc:cxnChg>
      </pc:sldChg>
      <pc:sldChg chg="addSp delSp modSp new mod">
        <pc:chgData name="현진 김" userId="75745d21e3536c0a" providerId="LiveId" clId="{213A3AC6-5D31-46B4-8DF5-03C522C4416C}" dt="2024-07-26T11:25:16.113" v="3911" actId="20577"/>
        <pc:sldMkLst>
          <pc:docMk/>
          <pc:sldMk cId="2150995064" sldId="258"/>
        </pc:sldMkLst>
        <pc:spChg chg="mod">
          <ac:chgData name="현진 김" userId="75745d21e3536c0a" providerId="LiveId" clId="{213A3AC6-5D31-46B4-8DF5-03C522C4416C}" dt="2024-07-26T11:19:02.560" v="2586" actId="2711"/>
          <ac:spMkLst>
            <pc:docMk/>
            <pc:sldMk cId="2150995064" sldId="258"/>
            <ac:spMk id="2" creationId="{65B2362A-E8DE-E4C4-5D32-D54D95363B9D}"/>
          </ac:spMkLst>
        </pc:spChg>
        <pc:spChg chg="mod">
          <ac:chgData name="현진 김" userId="75745d21e3536c0a" providerId="LiveId" clId="{213A3AC6-5D31-46B4-8DF5-03C522C4416C}" dt="2024-07-26T11:25:16.113" v="3911" actId="20577"/>
          <ac:spMkLst>
            <pc:docMk/>
            <pc:sldMk cId="2150995064" sldId="258"/>
            <ac:spMk id="3" creationId="{6AAE501A-2B19-D479-8073-F4FEBA305A21}"/>
          </ac:spMkLst>
        </pc:spChg>
        <pc:picChg chg="add del mod">
          <ac:chgData name="현진 김" userId="75745d21e3536c0a" providerId="LiveId" clId="{213A3AC6-5D31-46B4-8DF5-03C522C4416C}" dt="2024-07-26T11:20:24.193" v="2662" actId="478"/>
          <ac:picMkLst>
            <pc:docMk/>
            <pc:sldMk cId="2150995064" sldId="258"/>
            <ac:picMk id="4" creationId="{403CB5F3-843E-6AE9-6293-87773458002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4T15:09:21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1 24575,'-646'0'0,"642"-1"0,-1 1 0,0 0 0,0 1 0,1-1 0,-2 0 0,2 2 0,0-1 0,-2 1 0,2-1 0,0 0 0,-2 1 0,2 1 0,0-2 0,-1 2 0,-3 2 0,4 0 0,1-1 0,0 0 0,0 0 0,0 1 0,2-1 0,-2 1 0,2 0 0,-1 0 0,0-1 0,0 2 0,2-2 0,-1 2 0,1-2 0,-2 11 0,1 357 0,7-161 0,-6 968 0,0-1157 0,0 1 0,2-1 0,1 1 0,0-1 0,10 29 0,-12-44 0,2-2 0,0 2 0,-1-1 0,1 1 0,0-1 0,1-1 0,-1 1 0,1-1 0,1 1 0,0 0 0,-1-2 0,2 2 0,-2-2 0,2 0 0,-1 0 0,1-1 0,0 1 0,1-1 0,-2 0 0,2 0 0,9 2 0,17 2 0,3-3 0,-3-1 0,2-1 0,-1-1 0,56-8 0,19 1 0,-79 6-107,12-2-145,1 3 1,-1 0-1,2 4 1,57 11-1,-77-8-6574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F438D-0CC5-4C5E-CC85-F07A3A508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BBEFC7-FE7E-2F87-364B-FDFC54661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06167B-607C-EA9D-10BA-B6F5819B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243E89-0758-F62B-5D8B-112AC84A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6113F-2637-E333-0879-57DC7119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39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349B5-FBFA-2732-60CA-78B5F95A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1DE8AA-F71F-0EEE-BE61-AD55A51A6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4232D-53CE-E2AA-7339-51B0BE45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FD6EC7-3394-D5F7-0ADB-9317D60B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6F6AD1-3DB7-333E-74E1-BB2FF150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92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7EB60-18E0-86E6-28E3-A5DC7892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013EAD-BBC6-F088-7504-BAE6DFAA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F8FFF-11D8-52B9-85E4-27C76B15B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E74CE-B4E9-9B4D-DAB9-6C51EB15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DF2CC-092C-9730-708D-F8413B3F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94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A7235-75B0-29A8-3F8B-1A46BD39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A8EB-808C-6C6A-CEB8-A57CD8E34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775382-0FFA-690B-3B22-84E2AA65A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6EB09E-8E30-CAB1-C2B1-144B318B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C99B8C-7F6C-D429-91E6-795EFF64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A9E85-4C7A-4B72-A16F-307834B6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18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40B16-ACB8-1DFE-E382-5ECBAEDD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3E7893-8E91-F64C-EBD4-06D896E1A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42CB8-67EE-1FB2-90A7-CFB167331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403169-0201-59E6-0D00-B9DA4943D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805A0B-96B0-6CFD-B62C-1797E7853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316234-4B77-DC9C-3287-724476E8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430604-075C-4586-5241-36818635A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BD2D0A-AABA-06E0-6291-9E1DB393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49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78101-0BB6-CE94-689D-54DCF33B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D40A1A-CDB8-F9DB-B42D-6D97B8C9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FACCDA-2DDD-2867-C206-E0D5B1DE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8B90BD-8FC6-70B2-737D-9D9279BA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58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C09E61-788B-0CF1-D4DC-729742F7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3F5026-7DD7-E296-3261-6FF47393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17E47D-2726-4F15-FC8A-FAD072592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95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586C9-82DF-1D41-C07B-42AD268F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EABC1-85CC-F962-C60F-9BF7D17B2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9D470D-3CDB-B594-1883-3FF0B2322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9C1FD4-2220-6D35-6F4C-4874EC42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300DE7-107C-E01E-64BE-C389B132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9DC429-1359-6DE5-32E7-A8577B8E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47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6C1F4-D8A3-2CAE-CF0A-06027230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8C656F-C2F9-ADD3-EA3D-6EC6099C8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676E3C-FEA0-59B7-5D9F-17B60AA84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310B6D-4C9D-9234-E840-A31D76AB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041580-9CE4-0D69-AC82-7668EC31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2DAD9E-F250-4E28-1E81-4538DE86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93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3F53A9-123B-A5D3-F50F-DE6694CD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4CF4CE-4842-DA98-2433-445071FC4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B0501-085A-0877-2EA5-49936CA6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125CE-DC37-3744-76D1-B6750E3A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7CAC5-D6DC-BB8A-F9E8-63FA4158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3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AAAC96-2337-4BD7-977B-D11DBF4D8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0F1C72-F1F1-0D74-D1F9-19A56E706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978804-E5C3-F759-45F2-D5E15964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63B94-F287-8517-12A2-CD3F8534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6A9086-410E-9435-E493-8AF44EDE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55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1679CD-FC5B-E937-6C74-BCF24214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F2EF6D-1FA6-E880-1979-5F85D4FC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24E1F7-A846-925A-519D-9F95EC9C5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5B5AD-E8DD-492D-B160-84B894DDF263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306FC0-A481-F4EC-99B4-F48ADDF35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61FAB0-6646-2F93-1886-98450C658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63D93-F888-4C6D-A7FC-D87BB8947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23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서비스 로그인 과정">
            <a:extLst>
              <a:ext uri="{FF2B5EF4-FFF2-40B4-BE49-F238E27FC236}">
                <a16:creationId xmlns:a16="http://schemas.microsoft.com/office/drawing/2014/main" id="{77B74D95-398C-8524-80FB-AC479BB3F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38" y="0"/>
            <a:ext cx="7070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E93329-B30F-1C30-E503-CC75C09C53A2}"/>
              </a:ext>
            </a:extLst>
          </p:cNvPr>
          <p:cNvSpPr txBox="1"/>
          <p:nvPr/>
        </p:nvSpPr>
        <p:spPr>
          <a:xfrm>
            <a:off x="3381260" y="1379977"/>
            <a:ext cx="34392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안드로이드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 화면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&gt;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 아이콘 클릭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//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자동 로그인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58958-F1C7-B8AC-180A-E4CB3C213AC2}"/>
              </a:ext>
            </a:extLst>
          </p:cNvPr>
          <p:cNvSpPr txBox="1"/>
          <p:nvPr/>
        </p:nvSpPr>
        <p:spPr>
          <a:xfrm>
            <a:off x="4452277" y="1738630"/>
            <a:ext cx="30380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안드로이드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 화면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성공 시 이어서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동의 화면 출력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E7F66-143E-45D1-F912-53BAA629F712}"/>
              </a:ext>
            </a:extLst>
          </p:cNvPr>
          <p:cNvSpPr txBox="1"/>
          <p:nvPr/>
        </p:nvSpPr>
        <p:spPr>
          <a:xfrm>
            <a:off x="8065440" y="2451345"/>
            <a:ext cx="17988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인가 코드 포함한 </a:t>
            </a:r>
            <a:r>
              <a:rPr lang="en-US" altLang="ko-KR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RedirectURI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인가 코드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토큰 발급용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90069-CD64-A93B-7E6B-2ED05B69A901}"/>
              </a:ext>
            </a:extLst>
          </p:cNvPr>
          <p:cNvSpPr txBox="1"/>
          <p:nvPr/>
        </p:nvSpPr>
        <p:spPr>
          <a:xfrm>
            <a:off x="8065440" y="2917190"/>
            <a:ext cx="9925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인가 코드로 요청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98B72-6FF2-0A8A-667F-7BD7CA09CCBA}"/>
              </a:ext>
            </a:extLst>
          </p:cNvPr>
          <p:cNvSpPr txBox="1"/>
          <p:nvPr/>
        </p:nvSpPr>
        <p:spPr>
          <a:xfrm>
            <a:off x="8468595" y="3378327"/>
            <a:ext cx="13244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서비스 앱 연결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3C4DE-B553-CF2B-3E0A-5586F9757F4E}"/>
              </a:ext>
            </a:extLst>
          </p:cNvPr>
          <p:cNvSpPr txBox="1"/>
          <p:nvPr/>
        </p:nvSpPr>
        <p:spPr>
          <a:xfrm>
            <a:off x="6559639" y="3477260"/>
            <a:ext cx="1173245" cy="253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사용자의 토큰 발급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577BD-EB5F-7496-323C-F6E772E36478}"/>
              </a:ext>
            </a:extLst>
          </p:cNvPr>
          <p:cNvSpPr txBox="1"/>
          <p:nvPr/>
        </p:nvSpPr>
        <p:spPr>
          <a:xfrm>
            <a:off x="1189758" y="3505284"/>
            <a:ext cx="3262519" cy="1708160"/>
          </a:xfrm>
          <a:prstGeom prst="rect">
            <a:avLst/>
          </a:prstGeom>
          <a:solidFill>
            <a:schemeClr val="bg1"/>
          </a:solidFill>
          <a:ln>
            <a:solidFill>
              <a:srgbClr val="11111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 회원 </a:t>
            </a:r>
            <a:r>
              <a:rPr lang="ko-KR" altLang="en-US" sz="1050" strike="sngStrike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번호랑</a:t>
            </a:r>
            <a:r>
              <a:rPr lang="ko-KR" altLang="en-US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DB</a:t>
            </a:r>
            <a:r>
              <a:rPr lang="ko-KR" altLang="en-US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에 회원 번호 비교해서 있으면 로그인</a:t>
            </a:r>
            <a:r>
              <a:rPr lang="en-US" altLang="ko-KR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없으면 등록 화면으로 넘어가기</a:t>
            </a:r>
            <a:r>
              <a:rPr lang="en-US" altLang="ko-KR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받은 멤버 번호로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DB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의 정보 비교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-&gt;</a:t>
            </a:r>
          </a:p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새로운 회원이면 회원 등록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기존 회원이면 연동 물어봄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연동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yes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면 연동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기존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row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에 회원 번호 추가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/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 방식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받았다면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닉네임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프로필사진 변경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연동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no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면 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가입한 로그인 방식으로 로그인해주세요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 페이지로 이동합니다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라고 말하고 이동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카카오에서 이름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전화번호도 받아오면 좋은데 사업자 </a:t>
            </a:r>
            <a:r>
              <a:rPr lang="ko-KR" altLang="en-US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아니라서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안 되네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..)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25EBD-A71E-9B0A-E955-1DAF787D9F07}"/>
              </a:ext>
            </a:extLst>
          </p:cNvPr>
          <p:cNvSpPr txBox="1"/>
          <p:nvPr/>
        </p:nvSpPr>
        <p:spPr>
          <a:xfrm>
            <a:off x="5430018" y="5787328"/>
            <a:ext cx="3409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발급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아님 그냥 하던 대로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USER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ID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주기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endParaRPr lang="ko-KR" altLang="en-US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AF25F-AEA7-C465-8FAB-DDA033EE15AD}"/>
              </a:ext>
            </a:extLst>
          </p:cNvPr>
          <p:cNvSpPr txBox="1"/>
          <p:nvPr/>
        </p:nvSpPr>
        <p:spPr>
          <a:xfrm>
            <a:off x="595106" y="2092450"/>
            <a:ext cx="3262519" cy="900246"/>
          </a:xfrm>
          <a:prstGeom prst="rect">
            <a:avLst/>
          </a:prstGeom>
          <a:solidFill>
            <a:schemeClr val="bg1"/>
          </a:solidFill>
          <a:ln>
            <a:solidFill>
              <a:srgbClr val="11111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 계정으로 인증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시 나오는 화면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pPr marL="228600" indent="-228600">
              <a:buAutoNum type="arabicPeriod"/>
            </a:pP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처음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안드로이드에서 카카오계정 정보 입력 화면 출력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228600" indent="-228600">
              <a:buAutoNum type="arabicPeriod"/>
            </a:pP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그 이후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웹 브라우저의 로그인 상태는 유지됨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))</a:t>
            </a:r>
            <a:r>
              <a:rPr lang="ko-KR" altLang="en-US" sz="1050" strike="sngStrike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사용자가 입력한 정보로 사용자 인증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자동 연결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01E4EFC-27B4-A9AA-96FD-AD0111B15C95}"/>
              </a:ext>
            </a:extLst>
          </p:cNvPr>
          <p:cNvCxnSpPr>
            <a:cxnSpLocks/>
            <a:stCxn id="5" idx="1"/>
            <a:endCxn id="14" idx="3"/>
          </p:cNvCxnSpPr>
          <p:nvPr/>
        </p:nvCxnSpPr>
        <p:spPr>
          <a:xfrm flipH="1">
            <a:off x="3857625" y="1865588"/>
            <a:ext cx="594652" cy="676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034913-EA9C-02D7-D6D5-98B302032D30}"/>
              </a:ext>
            </a:extLst>
          </p:cNvPr>
          <p:cNvSpPr txBox="1"/>
          <p:nvPr/>
        </p:nvSpPr>
        <p:spPr>
          <a:xfrm>
            <a:off x="8161737" y="5012080"/>
            <a:ext cx="3262519" cy="1384995"/>
          </a:xfrm>
          <a:prstGeom prst="rect">
            <a:avLst/>
          </a:prstGeom>
          <a:solidFill>
            <a:schemeClr val="bg1"/>
          </a:solidFill>
          <a:ln>
            <a:solidFill>
              <a:srgbClr val="11111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&lt;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토큰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&gt;</a:t>
            </a:r>
          </a:p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사용자의 인증과 권한 정보를 담은 문자열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발급 받은 토큰을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API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요청에 포함해서 자격 증명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액세스 토큰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/</a:t>
            </a:r>
            <a:r>
              <a:rPr lang="ko-KR" altLang="en-US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리프레시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토큰 발급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228600" indent="-228600">
              <a:buAutoNum type="arabicParenR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액세스 토큰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(API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요청에 포함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 Android 12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시간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pPr marL="228600" indent="-228600">
              <a:buAutoNum type="arabicParenR"/>
            </a:pPr>
            <a:r>
              <a:rPr lang="ko-KR" altLang="en-US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리프레시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토큰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추가 인증 없이 바로 액세스 토큰 갱신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 (2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달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만료 기간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1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달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남았을 때부터 갱신 가능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r>
              <a:rPr lang="en-US" altLang="ko-KR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AndroidSDK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에서 토큰 관리 가능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07356DA-F567-5AF5-C1D8-D92E3C53B9B7}"/>
              </a:ext>
            </a:extLst>
          </p:cNvPr>
          <p:cNvCxnSpPr>
            <a:cxnSpLocks/>
            <a:stCxn id="6" idx="3"/>
            <a:endCxn id="19" idx="3"/>
          </p:cNvCxnSpPr>
          <p:nvPr/>
        </p:nvCxnSpPr>
        <p:spPr>
          <a:xfrm>
            <a:off x="9864330" y="2659094"/>
            <a:ext cx="1559926" cy="3045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199B17-DF5A-D8CE-FD96-1A75E62E2EC6}"/>
              </a:ext>
            </a:extLst>
          </p:cNvPr>
          <p:cNvSpPr txBox="1"/>
          <p:nvPr/>
        </p:nvSpPr>
        <p:spPr>
          <a:xfrm>
            <a:off x="-69277" y="-269898"/>
            <a:ext cx="22140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추가 기능 볼 거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간편로그인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자동로그인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CB4752-F5D5-AFC3-A370-0B4F479ED4F8}"/>
              </a:ext>
            </a:extLst>
          </p:cNvPr>
          <p:cNvSpPr txBox="1"/>
          <p:nvPr/>
        </p:nvSpPr>
        <p:spPr>
          <a:xfrm>
            <a:off x="7003428" y="3802026"/>
            <a:ext cx="33842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★ 순서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토큰 발급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후에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”NovaCom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회원가입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or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로그인 처리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Why?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토큰 발급 시점에 앱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–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 연결하기 때문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endParaRPr lang="ko-KR" altLang="en-US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CD69D200-A774-72CC-7F87-DEAB09BE3A79}"/>
                  </a:ext>
                </a:extLst>
              </p14:cNvPr>
              <p14:cNvContentPartPr/>
              <p14:nvPr/>
            </p14:nvContentPartPr>
            <p14:xfrm>
              <a:off x="5722632" y="2724623"/>
              <a:ext cx="299632" cy="780661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CD69D200-A774-72CC-7F87-DEAB09BE3A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3629" y="2715629"/>
                <a:ext cx="317279" cy="798289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C5B4372-AF6F-8117-C5C8-DFD1B1F0DC72}"/>
              </a:ext>
            </a:extLst>
          </p:cNvPr>
          <p:cNvSpPr txBox="1"/>
          <p:nvPr/>
        </p:nvSpPr>
        <p:spPr>
          <a:xfrm>
            <a:off x="4115702" y="2955512"/>
            <a:ext cx="15921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err="1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KakaoAndroidSDK</a:t>
            </a:r>
            <a:r>
              <a:rPr lang="ko-KR" altLang="en-US" sz="1050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가 </a:t>
            </a:r>
            <a:r>
              <a:rPr lang="ko-KR" altLang="en-US" sz="1050" dirty="0" err="1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해줌</a:t>
            </a:r>
            <a:endParaRPr lang="ko-KR" altLang="en-US" sz="1050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979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카카오 로그인 사용자의 탈퇴 과정">
            <a:extLst>
              <a:ext uri="{FF2B5EF4-FFF2-40B4-BE49-F238E27FC236}">
                <a16:creationId xmlns:a16="http://schemas.microsoft.com/office/drawing/2014/main" id="{E61568B7-FA38-6C36-730B-13D1E3B93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388" y="1394460"/>
            <a:ext cx="8151223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D45B42-D18A-6502-AEC6-77909814F013}"/>
              </a:ext>
            </a:extLst>
          </p:cNvPr>
          <p:cNvSpPr txBox="1"/>
          <p:nvPr/>
        </p:nvSpPr>
        <p:spPr>
          <a:xfrm>
            <a:off x="7073265" y="2818638"/>
            <a:ext cx="6463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필수 포함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4B10F-9377-882D-36D7-69D25F87D9ED}"/>
              </a:ext>
            </a:extLst>
          </p:cNvPr>
          <p:cNvSpPr txBox="1"/>
          <p:nvPr/>
        </p:nvSpPr>
        <p:spPr>
          <a:xfrm>
            <a:off x="9366885" y="2945596"/>
            <a:ext cx="12811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API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플랫폼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인가권한 회수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</a:p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로그아웃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</a:p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 정보 삭제 요청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4E093-2C36-E5D0-1CD6-2DADC57D8218}"/>
              </a:ext>
            </a:extLst>
          </p:cNvPr>
          <p:cNvSpPr txBox="1"/>
          <p:nvPr/>
        </p:nvSpPr>
        <p:spPr>
          <a:xfrm>
            <a:off x="3963975" y="2745370"/>
            <a:ext cx="11657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회원 탈퇴 버튼 클릭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A5DB1-EFCB-B1A6-B825-74922E313B58}"/>
              </a:ext>
            </a:extLst>
          </p:cNvPr>
          <p:cNvSpPr txBox="1"/>
          <p:nvPr/>
        </p:nvSpPr>
        <p:spPr>
          <a:xfrm>
            <a:off x="5129679" y="3825394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결과가 성공 시 회원 탈퇴 진행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DC1D4F0-43B3-BA9F-70C3-CF27E3A0AF39}"/>
              </a:ext>
            </a:extLst>
          </p:cNvPr>
          <p:cNvCxnSpPr>
            <a:cxnSpLocks/>
          </p:cNvCxnSpPr>
          <p:nvPr/>
        </p:nvCxnSpPr>
        <p:spPr>
          <a:xfrm>
            <a:off x="7225275" y="1773356"/>
            <a:ext cx="181365" cy="1045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C36753-CFA8-78B6-666D-5BB4B4A59802}"/>
              </a:ext>
            </a:extLst>
          </p:cNvPr>
          <p:cNvSpPr txBox="1"/>
          <p:nvPr/>
        </p:nvSpPr>
        <p:spPr>
          <a:xfrm>
            <a:off x="6095998" y="711527"/>
            <a:ext cx="3121153" cy="900246"/>
          </a:xfrm>
          <a:prstGeom prst="rect">
            <a:avLst/>
          </a:prstGeom>
          <a:solidFill>
            <a:schemeClr val="bg1"/>
          </a:solidFill>
          <a:ln>
            <a:solidFill>
              <a:srgbClr val="11111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탈퇴 말고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연결 끊기 요청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들어오는 경우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사용자가 직접 요청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자기 카카오 계정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&gt;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연결된 서비스 관리에서 끊기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카카오계정 탈퇴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등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카카오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API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플랫폼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:</a:t>
            </a:r>
            <a:r>
              <a:rPr lang="ko-KR" altLang="en-US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가입미완료된사용자연결끊기처리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-&gt; 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이 두 경우 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“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연결 끊기 알림</a:t>
            </a:r>
            <a:r>
              <a:rPr lang="en-US" altLang="ko-KR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”</a:t>
            </a:r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콜백으로 받을 수 있음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8A841-9D14-0805-D68E-D290B0150571}"/>
              </a:ext>
            </a:extLst>
          </p:cNvPr>
          <p:cNvSpPr txBox="1"/>
          <p:nvPr/>
        </p:nvSpPr>
        <p:spPr>
          <a:xfrm>
            <a:off x="9295904" y="1034692"/>
            <a:ext cx="16081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결과가 성공 시 회원 </a:t>
            </a:r>
            <a:r>
              <a:rPr lang="ko-KR" altLang="en-US" sz="105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탈퇴행</a:t>
            </a:r>
            <a:endParaRPr lang="en-US" altLang="ko-KR" sz="1050" dirty="0">
              <a:solidFill>
                <a:schemeClr val="tx2">
                  <a:lumMod val="75000"/>
                  <a:lumOff val="25000"/>
                </a:schemeClr>
              </a:solidFill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157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2362A-E8DE-E4C4-5D32-D54D9536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연동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AE501A-2B19-D479-8073-F4FEBA305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우버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en-US" altLang="ko-KR" dirty="0" err="1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Lifill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쇼핑몰 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기존 계정에 카카오 연동 시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-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 방식이 추가됨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.</a:t>
            </a: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	ex)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기존 로그인 방식이 구글 계정으로 </a:t>
            </a:r>
            <a:r>
              <a:rPr lang="ko-KR" altLang="en-US" dirty="0" err="1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로그인이었다면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구글 또는 카카오 계정으로 로그인 가능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lvl="1">
              <a:buFontTx/>
              <a:buChar char="-"/>
            </a:pP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서비스 내 기존 회원 정보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프로필사진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닉네임 등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는 변경되지 않음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(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여러 앱들을 테스트해본 결과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 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기존 계정 존재 여부와 상관없이 여러 개의 계정을 만들 수 있는 경우가 많음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)</a:t>
            </a:r>
          </a:p>
          <a:p>
            <a:pPr marL="457200" lvl="1" indent="0">
              <a:buNone/>
            </a:pP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=&gt;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나도 기존 계정에 연동 시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로그인 방식 추가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+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기존회원정보 중 프로필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,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닉네임 변경</a:t>
            </a:r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X</a:t>
            </a:r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로 변경 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0995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431</Words>
  <Application>Microsoft Office PowerPoint</Application>
  <PresentationFormat>와이드스크린</PresentationFormat>
  <Paragraphs>49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스물셋유진체!</vt:lpstr>
      <vt:lpstr>Arial</vt:lpstr>
      <vt:lpstr>Office 테마</vt:lpstr>
      <vt:lpstr>PowerPoint 프레젠테이션</vt:lpstr>
      <vt:lpstr>PowerPoint 프레젠테이션</vt:lpstr>
      <vt:lpstr>연동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2024-07-24T10:42:05Z</dcterms:created>
  <dcterms:modified xsi:type="dcterms:W3CDTF">2024-07-26T11:25:20Z</dcterms:modified>
</cp:coreProperties>
</file>