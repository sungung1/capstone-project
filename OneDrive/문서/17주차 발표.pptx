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7" r:id="rId9"/>
    <p:sldId id="268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41E161-C4C5-4D13-B631-92A4B470AF29}" v="27" dt="2024-07-25T11:01:56.4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현진 김" userId="75745d21e3536c0a" providerId="LiveId" clId="{8E41E161-C4C5-4D13-B631-92A4B470AF29}"/>
    <pc:docChg chg="undo custSel addSld delSld modSld sldOrd">
      <pc:chgData name="현진 김" userId="75745d21e3536c0a" providerId="LiveId" clId="{8E41E161-C4C5-4D13-B631-92A4B470AF29}" dt="2024-07-25T11:39:17.882" v="1512" actId="1076"/>
      <pc:docMkLst>
        <pc:docMk/>
      </pc:docMkLst>
      <pc:sldChg chg="modSp mod">
        <pc:chgData name="현진 김" userId="75745d21e3536c0a" providerId="LiveId" clId="{8E41E161-C4C5-4D13-B631-92A4B470AF29}" dt="2024-07-25T11:37:24.540" v="1511" actId="113"/>
        <pc:sldMkLst>
          <pc:docMk/>
          <pc:sldMk cId="3949423833" sldId="257"/>
        </pc:sldMkLst>
        <pc:spChg chg="mod">
          <ac:chgData name="현진 김" userId="75745d21e3536c0a" providerId="LiveId" clId="{8E41E161-C4C5-4D13-B631-92A4B470AF29}" dt="2024-07-25T11:37:24.540" v="1511" actId="113"/>
          <ac:spMkLst>
            <pc:docMk/>
            <pc:sldMk cId="3949423833" sldId="257"/>
            <ac:spMk id="3" creationId="{6DBE1330-0B17-7D9A-BAC9-90FD0DAA18E6}"/>
          </ac:spMkLst>
        </pc:spChg>
      </pc:sldChg>
      <pc:sldChg chg="addSp delSp modSp new mod">
        <pc:chgData name="현진 김" userId="75745d21e3536c0a" providerId="LiveId" clId="{8E41E161-C4C5-4D13-B631-92A4B470AF29}" dt="2024-07-25T11:39:17.882" v="1512" actId="1076"/>
        <pc:sldMkLst>
          <pc:docMk/>
          <pc:sldMk cId="552597672" sldId="258"/>
        </pc:sldMkLst>
        <pc:spChg chg="mod">
          <ac:chgData name="현진 김" userId="75745d21e3536c0a" providerId="LiveId" clId="{8E41E161-C4C5-4D13-B631-92A4B470AF29}" dt="2024-07-25T09:36:39.755" v="20" actId="20577"/>
          <ac:spMkLst>
            <pc:docMk/>
            <pc:sldMk cId="552597672" sldId="258"/>
            <ac:spMk id="2" creationId="{7C1EAF20-C4ED-A36E-993C-C56EEBF179C7}"/>
          </ac:spMkLst>
        </pc:spChg>
        <pc:spChg chg="del mod">
          <ac:chgData name="현진 김" userId="75745d21e3536c0a" providerId="LiveId" clId="{8E41E161-C4C5-4D13-B631-92A4B470AF29}" dt="2024-07-25T09:36:46.240" v="22" actId="478"/>
          <ac:spMkLst>
            <pc:docMk/>
            <pc:sldMk cId="552597672" sldId="258"/>
            <ac:spMk id="3" creationId="{C7FE12E8-C3D9-FBB3-CA97-C6C62E63204B}"/>
          </ac:spMkLst>
        </pc:spChg>
        <pc:spChg chg="add del mod">
          <ac:chgData name="현진 김" userId="75745d21e3536c0a" providerId="LiveId" clId="{8E41E161-C4C5-4D13-B631-92A4B470AF29}" dt="2024-07-25T10:28:33.191" v="31" actId="478"/>
          <ac:spMkLst>
            <pc:docMk/>
            <pc:sldMk cId="552597672" sldId="258"/>
            <ac:spMk id="8" creationId="{627C73BA-3FF6-2B33-5CA4-CA07F368E623}"/>
          </ac:spMkLst>
        </pc:spChg>
        <pc:spChg chg="add mod">
          <ac:chgData name="현진 김" userId="75745d21e3536c0a" providerId="LiveId" clId="{8E41E161-C4C5-4D13-B631-92A4B470AF29}" dt="2024-07-25T10:32:45.484" v="81" actId="14100"/>
          <ac:spMkLst>
            <pc:docMk/>
            <pc:sldMk cId="552597672" sldId="258"/>
            <ac:spMk id="17" creationId="{85C7F528-5920-DB8F-6813-D2F73CF9882D}"/>
          </ac:spMkLst>
        </pc:spChg>
        <pc:spChg chg="add mod">
          <ac:chgData name="현진 김" userId="75745d21e3536c0a" providerId="LiveId" clId="{8E41E161-C4C5-4D13-B631-92A4B470AF29}" dt="2024-07-25T11:39:17.882" v="1512" actId="1076"/>
          <ac:spMkLst>
            <pc:docMk/>
            <pc:sldMk cId="552597672" sldId="258"/>
            <ac:spMk id="18" creationId="{19A32975-7FAE-2D82-1985-B78525F2F84E}"/>
          </ac:spMkLst>
        </pc:spChg>
        <pc:spChg chg="add mod">
          <ac:chgData name="현진 김" userId="75745d21e3536c0a" providerId="LiveId" clId="{8E41E161-C4C5-4D13-B631-92A4B470AF29}" dt="2024-07-25T10:33:04.367" v="91" actId="1076"/>
          <ac:spMkLst>
            <pc:docMk/>
            <pc:sldMk cId="552597672" sldId="258"/>
            <ac:spMk id="19" creationId="{103AFE05-3A90-284C-5C03-667982C56393}"/>
          </ac:spMkLst>
        </pc:spChg>
        <pc:spChg chg="add mod">
          <ac:chgData name="현진 김" userId="75745d21e3536c0a" providerId="LiveId" clId="{8E41E161-C4C5-4D13-B631-92A4B470AF29}" dt="2024-07-25T10:33:12.793" v="95" actId="1076"/>
          <ac:spMkLst>
            <pc:docMk/>
            <pc:sldMk cId="552597672" sldId="258"/>
            <ac:spMk id="20" creationId="{92B7F6A5-586B-1ACD-8DB1-890D19D6A2EB}"/>
          </ac:spMkLst>
        </pc:spChg>
        <pc:picChg chg="add del mod">
          <ac:chgData name="현진 김" userId="75745d21e3536c0a" providerId="LiveId" clId="{8E41E161-C4C5-4D13-B631-92A4B470AF29}" dt="2024-07-25T10:29:25.160" v="33" actId="478"/>
          <ac:picMkLst>
            <pc:docMk/>
            <pc:sldMk cId="552597672" sldId="258"/>
            <ac:picMk id="4" creationId="{C0A1C451-E1C5-A9D0-4ADE-866AE616E66D}"/>
          </ac:picMkLst>
        </pc:picChg>
        <pc:picChg chg="add mod">
          <ac:chgData name="현진 김" userId="75745d21e3536c0a" providerId="LiveId" clId="{8E41E161-C4C5-4D13-B631-92A4B470AF29}" dt="2024-07-25T10:33:07.637" v="94" actId="1076"/>
          <ac:picMkLst>
            <pc:docMk/>
            <pc:sldMk cId="552597672" sldId="258"/>
            <ac:picMk id="9" creationId="{DED3218C-ECB4-E832-3FEB-578EDE7026D9}"/>
          </ac:picMkLst>
        </pc:picChg>
        <pc:picChg chg="add mod">
          <ac:chgData name="현진 김" userId="75745d21e3536c0a" providerId="LiveId" clId="{8E41E161-C4C5-4D13-B631-92A4B470AF29}" dt="2024-07-25T10:33:00.714" v="90" actId="1076"/>
          <ac:picMkLst>
            <pc:docMk/>
            <pc:sldMk cId="552597672" sldId="258"/>
            <ac:picMk id="10" creationId="{E3E0F03A-715C-2D6F-6A3C-C469C45DB28B}"/>
          </ac:picMkLst>
        </pc:picChg>
        <pc:picChg chg="add mod">
          <ac:chgData name="현진 김" userId="75745d21e3536c0a" providerId="LiveId" clId="{8E41E161-C4C5-4D13-B631-92A4B470AF29}" dt="2024-07-25T10:31:31.413" v="56" actId="1076"/>
          <ac:picMkLst>
            <pc:docMk/>
            <pc:sldMk cId="552597672" sldId="258"/>
            <ac:picMk id="12" creationId="{A77856F8-2427-2CB2-DB97-03DA2787B742}"/>
          </ac:picMkLst>
        </pc:picChg>
        <pc:picChg chg="add del mod">
          <ac:chgData name="현진 김" userId="75745d21e3536c0a" providerId="LiveId" clId="{8E41E161-C4C5-4D13-B631-92A4B470AF29}" dt="2024-07-25T10:31:51.247" v="62" actId="21"/>
          <ac:picMkLst>
            <pc:docMk/>
            <pc:sldMk cId="552597672" sldId="258"/>
            <ac:picMk id="14" creationId="{F5E48892-E00B-C5F6-CF20-B8836F973903}"/>
          </ac:picMkLst>
        </pc:picChg>
        <pc:picChg chg="add mod">
          <ac:chgData name="현진 김" userId="75745d21e3536c0a" providerId="LiveId" clId="{8E41E161-C4C5-4D13-B631-92A4B470AF29}" dt="2024-07-25T10:32:17.573" v="74" actId="1076"/>
          <ac:picMkLst>
            <pc:docMk/>
            <pc:sldMk cId="552597672" sldId="258"/>
            <ac:picMk id="16" creationId="{EE5B7431-F030-14E3-517A-0185252CAE32}"/>
          </ac:picMkLst>
        </pc:picChg>
        <pc:cxnChg chg="add mod">
          <ac:chgData name="현진 김" userId="75745d21e3536c0a" providerId="LiveId" clId="{8E41E161-C4C5-4D13-B631-92A4B470AF29}" dt="2024-07-25T10:28:21.386" v="27" actId="1076"/>
          <ac:cxnSpMkLst>
            <pc:docMk/>
            <pc:sldMk cId="552597672" sldId="258"/>
            <ac:cxnSpMk id="6" creationId="{16466C86-FE05-BF3A-0436-C75174C6BC7C}"/>
          </ac:cxnSpMkLst>
        </pc:cxnChg>
      </pc:sldChg>
      <pc:sldChg chg="addSp delSp modSp add mod">
        <pc:chgData name="현진 김" userId="75745d21e3536c0a" providerId="LiveId" clId="{8E41E161-C4C5-4D13-B631-92A4B470AF29}" dt="2024-07-25T11:33:58.575" v="1510" actId="478"/>
        <pc:sldMkLst>
          <pc:docMk/>
          <pc:sldMk cId="2545691019" sldId="259"/>
        </pc:sldMkLst>
        <pc:spChg chg="add mod">
          <ac:chgData name="현진 김" userId="75745d21e3536c0a" providerId="LiveId" clId="{8E41E161-C4C5-4D13-B631-92A4B470AF29}" dt="2024-07-25T10:33:16.580" v="97" actId="1076"/>
          <ac:spMkLst>
            <pc:docMk/>
            <pc:sldMk cId="2545691019" sldId="259"/>
            <ac:spMk id="8" creationId="{230D7286-816A-2043-E317-CA0C866C806B}"/>
          </ac:spMkLst>
        </pc:spChg>
        <pc:spChg chg="add mod">
          <ac:chgData name="현진 김" userId="75745d21e3536c0a" providerId="LiveId" clId="{8E41E161-C4C5-4D13-B631-92A4B470AF29}" dt="2024-07-25T10:33:24.833" v="101" actId="1076"/>
          <ac:spMkLst>
            <pc:docMk/>
            <pc:sldMk cId="2545691019" sldId="259"/>
            <ac:spMk id="11" creationId="{611075EA-0D81-B946-2BF4-9D846D377B8B}"/>
          </ac:spMkLst>
        </pc:spChg>
        <pc:spChg chg="add del mod">
          <ac:chgData name="현진 김" userId="75745d21e3536c0a" providerId="LiveId" clId="{8E41E161-C4C5-4D13-B631-92A4B470AF29}" dt="2024-07-25T11:33:58.575" v="1510" actId="478"/>
          <ac:spMkLst>
            <pc:docMk/>
            <pc:sldMk cId="2545691019" sldId="259"/>
            <ac:spMk id="12" creationId="{DFCF34F2-E52D-C13D-7E4D-CFD2A62298C8}"/>
          </ac:spMkLst>
        </pc:spChg>
        <pc:spChg chg="add del mod">
          <ac:chgData name="현진 김" userId="75745d21e3536c0a" providerId="LiveId" clId="{8E41E161-C4C5-4D13-B631-92A4B470AF29}" dt="2024-07-25T11:33:58.575" v="1510" actId="478"/>
          <ac:spMkLst>
            <pc:docMk/>
            <pc:sldMk cId="2545691019" sldId="259"/>
            <ac:spMk id="13" creationId="{C037AE81-F796-B77B-B9F6-772D7F0A00A5}"/>
          </ac:spMkLst>
        </pc:spChg>
        <pc:picChg chg="add mod">
          <ac:chgData name="현진 김" userId="75745d21e3536c0a" providerId="LiveId" clId="{8E41E161-C4C5-4D13-B631-92A4B470AF29}" dt="2024-07-25T10:33:19.537" v="100" actId="1076"/>
          <ac:picMkLst>
            <pc:docMk/>
            <pc:sldMk cId="2545691019" sldId="259"/>
            <ac:picMk id="3" creationId="{6023F722-13FA-3562-0BCC-5537F8AD6EE4}"/>
          </ac:picMkLst>
        </pc:picChg>
        <pc:picChg chg="add del mod">
          <ac:chgData name="현진 김" userId="75745d21e3536c0a" providerId="LiveId" clId="{8E41E161-C4C5-4D13-B631-92A4B470AF29}" dt="2024-07-25T11:33:58.575" v="1510" actId="478"/>
          <ac:picMkLst>
            <pc:docMk/>
            <pc:sldMk cId="2545691019" sldId="259"/>
            <ac:picMk id="4" creationId="{D4F47C4D-2482-EF58-CC2B-A333E11BA3C6}"/>
          </ac:picMkLst>
        </pc:picChg>
        <pc:picChg chg="add del mod">
          <ac:chgData name="현진 김" userId="75745d21e3536c0a" providerId="LiveId" clId="{8E41E161-C4C5-4D13-B631-92A4B470AF29}" dt="2024-07-25T11:33:58.575" v="1510" actId="478"/>
          <ac:picMkLst>
            <pc:docMk/>
            <pc:sldMk cId="2545691019" sldId="259"/>
            <ac:picMk id="7" creationId="{C4906781-A8BE-F7C0-6AA0-57A15907D061}"/>
          </ac:picMkLst>
        </pc:picChg>
        <pc:picChg chg="del">
          <ac:chgData name="현진 김" userId="75745d21e3536c0a" providerId="LiveId" clId="{8E41E161-C4C5-4D13-B631-92A4B470AF29}" dt="2024-07-25T10:29:50.940" v="41" actId="478"/>
          <ac:picMkLst>
            <pc:docMk/>
            <pc:sldMk cId="2545691019" sldId="259"/>
            <ac:picMk id="9" creationId="{DED3218C-ECB4-E832-3FEB-578EDE7026D9}"/>
          </ac:picMkLst>
        </pc:picChg>
        <pc:picChg chg="del mod">
          <ac:chgData name="현진 김" userId="75745d21e3536c0a" providerId="LiveId" clId="{8E41E161-C4C5-4D13-B631-92A4B470AF29}" dt="2024-07-25T10:30:25.041" v="47" actId="478"/>
          <ac:picMkLst>
            <pc:docMk/>
            <pc:sldMk cId="2545691019" sldId="259"/>
            <ac:picMk id="10" creationId="{E3E0F03A-715C-2D6F-6A3C-C469C45DB28B}"/>
          </ac:picMkLst>
        </pc:picChg>
        <pc:picChg chg="add mod">
          <ac:chgData name="현진 김" userId="75745d21e3536c0a" providerId="LiveId" clId="{8E41E161-C4C5-4D13-B631-92A4B470AF29}" dt="2024-07-25T10:31:52.012" v="63"/>
          <ac:picMkLst>
            <pc:docMk/>
            <pc:sldMk cId="2545691019" sldId="259"/>
            <ac:picMk id="14" creationId="{F5E48892-E00B-C5F6-CF20-B8836F973903}"/>
          </ac:picMkLst>
        </pc:picChg>
        <pc:cxnChg chg="del">
          <ac:chgData name="현진 김" userId="75745d21e3536c0a" providerId="LiveId" clId="{8E41E161-C4C5-4D13-B631-92A4B470AF29}" dt="2024-07-25T11:33:58.575" v="1510" actId="478"/>
          <ac:cxnSpMkLst>
            <pc:docMk/>
            <pc:sldMk cId="2545691019" sldId="259"/>
            <ac:cxnSpMk id="6" creationId="{16466C86-FE05-BF3A-0436-C75174C6BC7C}"/>
          </ac:cxnSpMkLst>
        </pc:cxnChg>
      </pc:sldChg>
      <pc:sldChg chg="new del">
        <pc:chgData name="현진 김" userId="75745d21e3536c0a" providerId="LiveId" clId="{8E41E161-C4C5-4D13-B631-92A4B470AF29}" dt="2024-07-25T10:29:49.109" v="40" actId="680"/>
        <pc:sldMkLst>
          <pc:docMk/>
          <pc:sldMk cId="3548928967" sldId="260"/>
        </pc:sldMkLst>
      </pc:sldChg>
      <pc:sldChg chg="addSp delSp modSp add mod">
        <pc:chgData name="현진 김" userId="75745d21e3536c0a" providerId="LiveId" clId="{8E41E161-C4C5-4D13-B631-92A4B470AF29}" dt="2024-07-25T10:43:35.565" v="566" actId="20577"/>
        <pc:sldMkLst>
          <pc:docMk/>
          <pc:sldMk cId="4098162026" sldId="260"/>
        </pc:sldMkLst>
        <pc:spChg chg="mod">
          <ac:chgData name="현진 김" userId="75745d21e3536c0a" providerId="LiveId" clId="{8E41E161-C4C5-4D13-B631-92A4B470AF29}" dt="2024-07-25T10:34:05.561" v="115"/>
          <ac:spMkLst>
            <pc:docMk/>
            <pc:sldMk cId="4098162026" sldId="260"/>
            <ac:spMk id="2" creationId="{9C28F38A-A4E4-C626-1FC0-B2BFB754BF9B}"/>
          </ac:spMkLst>
        </pc:spChg>
        <pc:spChg chg="del mod">
          <ac:chgData name="현진 김" userId="75745d21e3536c0a" providerId="LiveId" clId="{8E41E161-C4C5-4D13-B631-92A4B470AF29}" dt="2024-07-25T10:34:20.171" v="129" actId="478"/>
          <ac:spMkLst>
            <pc:docMk/>
            <pc:sldMk cId="4098162026" sldId="260"/>
            <ac:spMk id="3" creationId="{6DBE1330-0B17-7D9A-BAC9-90FD0DAA18E6}"/>
          </ac:spMkLst>
        </pc:spChg>
        <pc:spChg chg="add mod">
          <ac:chgData name="현진 김" userId="75745d21e3536c0a" providerId="LiveId" clId="{8E41E161-C4C5-4D13-B631-92A4B470AF29}" dt="2024-07-25T10:39:40.179" v="241" actId="14100"/>
          <ac:spMkLst>
            <pc:docMk/>
            <pc:sldMk cId="4098162026" sldId="260"/>
            <ac:spMk id="4" creationId="{5787EEAB-9429-3190-7388-FD271E5EA600}"/>
          </ac:spMkLst>
        </pc:spChg>
        <pc:spChg chg="add del">
          <ac:chgData name="현진 김" userId="75745d21e3536c0a" providerId="LiveId" clId="{8E41E161-C4C5-4D13-B631-92A4B470AF29}" dt="2024-07-25T10:37:44.455" v="209" actId="478"/>
          <ac:spMkLst>
            <pc:docMk/>
            <pc:sldMk cId="4098162026" sldId="260"/>
            <ac:spMk id="6" creationId="{79052F6A-4B02-B077-F8F3-04D64A59E2FA}"/>
          </ac:spMkLst>
        </pc:spChg>
        <pc:spChg chg="add del">
          <ac:chgData name="현진 김" userId="75745d21e3536c0a" providerId="LiveId" clId="{8E41E161-C4C5-4D13-B631-92A4B470AF29}" dt="2024-07-25T10:37:54.533" v="211" actId="22"/>
          <ac:spMkLst>
            <pc:docMk/>
            <pc:sldMk cId="4098162026" sldId="260"/>
            <ac:spMk id="8" creationId="{5DCAFF31-855E-01B3-495E-F494EB02A031}"/>
          </ac:spMkLst>
        </pc:spChg>
        <pc:spChg chg="add del">
          <ac:chgData name="현진 김" userId="75745d21e3536c0a" providerId="LiveId" clId="{8E41E161-C4C5-4D13-B631-92A4B470AF29}" dt="2024-07-25T10:38:00.417" v="213" actId="478"/>
          <ac:spMkLst>
            <pc:docMk/>
            <pc:sldMk cId="4098162026" sldId="260"/>
            <ac:spMk id="10" creationId="{CC9DE2C2-6552-81D4-663D-70FC86C00466}"/>
          </ac:spMkLst>
        </pc:spChg>
        <pc:spChg chg="add mod">
          <ac:chgData name="현진 김" userId="75745d21e3536c0a" providerId="LiveId" clId="{8E41E161-C4C5-4D13-B631-92A4B470AF29}" dt="2024-07-25T10:43:32.815" v="564" actId="20577"/>
          <ac:spMkLst>
            <pc:docMk/>
            <pc:sldMk cId="4098162026" sldId="260"/>
            <ac:spMk id="18" creationId="{BF814A6B-97DC-6352-4A75-B124EA380FA9}"/>
          </ac:spMkLst>
        </pc:spChg>
        <pc:spChg chg="add mod">
          <ac:chgData name="현진 김" userId="75745d21e3536c0a" providerId="LiveId" clId="{8E41E161-C4C5-4D13-B631-92A4B470AF29}" dt="2024-07-25T10:43:35.565" v="566" actId="20577"/>
          <ac:spMkLst>
            <pc:docMk/>
            <pc:sldMk cId="4098162026" sldId="260"/>
            <ac:spMk id="20" creationId="{8D71F148-1F3D-A9D5-7101-D947A43B7AB3}"/>
          </ac:spMkLst>
        </pc:spChg>
        <pc:spChg chg="add mod">
          <ac:chgData name="현진 김" userId="75745d21e3536c0a" providerId="LiveId" clId="{8E41E161-C4C5-4D13-B631-92A4B470AF29}" dt="2024-07-25T10:40:23.491" v="256" actId="14100"/>
          <ac:spMkLst>
            <pc:docMk/>
            <pc:sldMk cId="4098162026" sldId="260"/>
            <ac:spMk id="21" creationId="{420ABD88-3CB4-10E4-5AD9-7217A840FF84}"/>
          </ac:spMkLst>
        </pc:spChg>
        <pc:spChg chg="add mod">
          <ac:chgData name="현진 김" userId="75745d21e3536c0a" providerId="LiveId" clId="{8E41E161-C4C5-4D13-B631-92A4B470AF29}" dt="2024-07-25T10:40:26.623" v="258" actId="1076"/>
          <ac:spMkLst>
            <pc:docMk/>
            <pc:sldMk cId="4098162026" sldId="260"/>
            <ac:spMk id="22" creationId="{305167C0-EB43-D497-0542-C614DE886427}"/>
          </ac:spMkLst>
        </pc:spChg>
        <pc:picChg chg="add mod">
          <ac:chgData name="현진 김" userId="75745d21e3536c0a" providerId="LiveId" clId="{8E41E161-C4C5-4D13-B631-92A4B470AF29}" dt="2024-07-25T10:40:05.437" v="250" actId="1076"/>
          <ac:picMkLst>
            <pc:docMk/>
            <pc:sldMk cId="4098162026" sldId="260"/>
            <ac:picMk id="12" creationId="{BAC1E1DB-CD94-57E0-0F2E-D428F568F836}"/>
          </ac:picMkLst>
        </pc:picChg>
        <pc:picChg chg="add del mod">
          <ac:chgData name="현진 김" userId="75745d21e3536c0a" providerId="LiveId" clId="{8E41E161-C4C5-4D13-B631-92A4B470AF29}" dt="2024-07-25T10:38:40.307" v="222" actId="478"/>
          <ac:picMkLst>
            <pc:docMk/>
            <pc:sldMk cId="4098162026" sldId="260"/>
            <ac:picMk id="14" creationId="{3E567942-0BB7-66F7-5E34-F3A58A5DE3F0}"/>
          </ac:picMkLst>
        </pc:picChg>
        <pc:picChg chg="add mod">
          <ac:chgData name="현진 김" userId="75745d21e3536c0a" providerId="LiveId" clId="{8E41E161-C4C5-4D13-B631-92A4B470AF29}" dt="2024-07-25T10:40:07.401" v="251" actId="1076"/>
          <ac:picMkLst>
            <pc:docMk/>
            <pc:sldMk cId="4098162026" sldId="260"/>
            <ac:picMk id="16" creationId="{D0F3FD43-0C08-5530-1E9F-F7C197E3E7B3}"/>
          </ac:picMkLst>
        </pc:picChg>
        <pc:cxnChg chg="add mod">
          <ac:chgData name="현진 김" userId="75745d21e3536c0a" providerId="LiveId" clId="{8E41E161-C4C5-4D13-B631-92A4B470AF29}" dt="2024-07-25T10:40:38.023" v="260" actId="208"/>
          <ac:cxnSpMkLst>
            <pc:docMk/>
            <pc:sldMk cId="4098162026" sldId="260"/>
            <ac:cxnSpMk id="24" creationId="{7810DA0C-624B-E207-EC02-124A446960AD}"/>
          </ac:cxnSpMkLst>
        </pc:cxnChg>
      </pc:sldChg>
      <pc:sldChg chg="addSp delSp modSp add mod">
        <pc:chgData name="현진 김" userId="75745d21e3536c0a" providerId="LiveId" clId="{8E41E161-C4C5-4D13-B631-92A4B470AF29}" dt="2024-07-25T10:57:25.896" v="1105" actId="14100"/>
        <pc:sldMkLst>
          <pc:docMk/>
          <pc:sldMk cId="1704424303" sldId="261"/>
        </pc:sldMkLst>
        <pc:spChg chg="mod">
          <ac:chgData name="현진 김" userId="75745d21e3536c0a" providerId="LiveId" clId="{8E41E161-C4C5-4D13-B631-92A4B470AF29}" dt="2024-07-25T10:56:59.068" v="1097" actId="20577"/>
          <ac:spMkLst>
            <pc:docMk/>
            <pc:sldMk cId="1704424303" sldId="261"/>
            <ac:spMk id="2" creationId="{9C28F38A-A4E4-C626-1FC0-B2BFB754BF9B}"/>
          </ac:spMkLst>
        </pc:spChg>
        <pc:spChg chg="del mod">
          <ac:chgData name="현진 김" userId="75745d21e3536c0a" providerId="LiveId" clId="{8E41E161-C4C5-4D13-B631-92A4B470AF29}" dt="2024-07-25T10:55:25.388" v="1048" actId="478"/>
          <ac:spMkLst>
            <pc:docMk/>
            <pc:sldMk cId="1704424303" sldId="261"/>
            <ac:spMk id="4" creationId="{5787EEAB-9429-3190-7388-FD271E5EA600}"/>
          </ac:spMkLst>
        </pc:spChg>
        <pc:spChg chg="add mod">
          <ac:chgData name="현진 김" userId="75745d21e3536c0a" providerId="LiveId" clId="{8E41E161-C4C5-4D13-B631-92A4B470AF29}" dt="2024-07-25T10:57:25.896" v="1105" actId="14100"/>
          <ac:spMkLst>
            <pc:docMk/>
            <pc:sldMk cId="1704424303" sldId="261"/>
            <ac:spMk id="11" creationId="{74D31BF7-822E-669F-871C-6240029180C9}"/>
          </ac:spMkLst>
        </pc:spChg>
        <pc:picChg chg="add mod">
          <ac:chgData name="현진 김" userId="75745d21e3536c0a" providerId="LiveId" clId="{8E41E161-C4C5-4D13-B631-92A4B470AF29}" dt="2024-07-25T10:57:06.686" v="1100" actId="1076"/>
          <ac:picMkLst>
            <pc:docMk/>
            <pc:sldMk cId="1704424303" sldId="261"/>
            <ac:picMk id="5" creationId="{487B7909-2F93-5E44-C956-636BF92ED076}"/>
          </ac:picMkLst>
        </pc:picChg>
        <pc:picChg chg="add mod">
          <ac:chgData name="현진 김" userId="75745d21e3536c0a" providerId="LiveId" clId="{8E41E161-C4C5-4D13-B631-92A4B470AF29}" dt="2024-07-25T10:57:08.547" v="1101" actId="1076"/>
          <ac:picMkLst>
            <pc:docMk/>
            <pc:sldMk cId="1704424303" sldId="261"/>
            <ac:picMk id="7" creationId="{E3FDD327-1E93-8A65-663A-42A99000116C}"/>
          </ac:picMkLst>
        </pc:picChg>
        <pc:picChg chg="add mod">
          <ac:chgData name="현진 김" userId="75745d21e3536c0a" providerId="LiveId" clId="{8E41E161-C4C5-4D13-B631-92A4B470AF29}" dt="2024-07-25T10:56:53.152" v="1068" actId="1076"/>
          <ac:picMkLst>
            <pc:docMk/>
            <pc:sldMk cId="1704424303" sldId="261"/>
            <ac:picMk id="10" creationId="{D759DA5D-38C7-1653-09F0-2B5C0B6B60A2}"/>
          </ac:picMkLst>
        </pc:picChg>
        <pc:cxnChg chg="add del mod">
          <ac:chgData name="현진 김" userId="75745d21e3536c0a" providerId="LiveId" clId="{8E41E161-C4C5-4D13-B631-92A4B470AF29}" dt="2024-07-25T10:56:02.559" v="1061" actId="478"/>
          <ac:cxnSpMkLst>
            <pc:docMk/>
            <pc:sldMk cId="1704424303" sldId="261"/>
            <ac:cxnSpMk id="8" creationId="{33278A4B-E74E-1A78-CF96-4080269622CD}"/>
          </ac:cxnSpMkLst>
        </pc:cxnChg>
      </pc:sldChg>
      <pc:sldChg chg="delSp new del mod">
        <pc:chgData name="현진 김" userId="75745d21e3536c0a" providerId="LiveId" clId="{8E41E161-C4C5-4D13-B631-92A4B470AF29}" dt="2024-07-25T10:34:24.165" v="132" actId="47"/>
        <pc:sldMkLst>
          <pc:docMk/>
          <pc:sldMk cId="2418712486" sldId="261"/>
        </pc:sldMkLst>
        <pc:spChg chg="del">
          <ac:chgData name="현진 김" userId="75745d21e3536c0a" providerId="LiveId" clId="{8E41E161-C4C5-4D13-B631-92A4B470AF29}" dt="2024-07-25T10:34:23.261" v="131" actId="21"/>
          <ac:spMkLst>
            <pc:docMk/>
            <pc:sldMk cId="2418712486" sldId="261"/>
            <ac:spMk id="3" creationId="{5787EEAB-9429-3190-7388-FD271E5EA600}"/>
          </ac:spMkLst>
        </pc:spChg>
      </pc:sldChg>
      <pc:sldChg chg="addSp delSp modSp add del mod">
        <pc:chgData name="현진 김" userId="75745d21e3536c0a" providerId="LiveId" clId="{8E41E161-C4C5-4D13-B631-92A4B470AF29}" dt="2024-07-25T10:53:30.888" v="1030" actId="47"/>
        <pc:sldMkLst>
          <pc:docMk/>
          <pc:sldMk cId="4051758406" sldId="262"/>
        </pc:sldMkLst>
        <pc:spChg chg="del">
          <ac:chgData name="현진 김" userId="75745d21e3536c0a" providerId="LiveId" clId="{8E41E161-C4C5-4D13-B631-92A4B470AF29}" dt="2024-07-25T10:43:48.384" v="569" actId="478"/>
          <ac:spMkLst>
            <pc:docMk/>
            <pc:sldMk cId="4051758406" sldId="262"/>
            <ac:spMk id="2" creationId="{9C28F38A-A4E4-C626-1FC0-B2BFB754BF9B}"/>
          </ac:spMkLst>
        </pc:spChg>
        <pc:spChg chg="mod">
          <ac:chgData name="현진 김" userId="75745d21e3536c0a" providerId="LiveId" clId="{8E41E161-C4C5-4D13-B631-92A4B470AF29}" dt="2024-07-25T10:44:57.649" v="603" actId="20577"/>
          <ac:spMkLst>
            <pc:docMk/>
            <pc:sldMk cId="4051758406" sldId="262"/>
            <ac:spMk id="4" creationId="{5787EEAB-9429-3190-7388-FD271E5EA600}"/>
          </ac:spMkLst>
        </pc:spChg>
        <pc:spChg chg="add del mod">
          <ac:chgData name="현진 김" userId="75745d21e3536c0a" providerId="LiveId" clId="{8E41E161-C4C5-4D13-B631-92A4B470AF29}" dt="2024-07-25T10:43:50.127" v="570" actId="478"/>
          <ac:spMkLst>
            <pc:docMk/>
            <pc:sldMk cId="4051758406" sldId="262"/>
            <ac:spMk id="5" creationId="{1981E122-911E-9BA0-E788-426D31F9AE29}"/>
          </ac:spMkLst>
        </pc:spChg>
        <pc:spChg chg="add">
          <ac:chgData name="현진 김" userId="75745d21e3536c0a" providerId="LiveId" clId="{8E41E161-C4C5-4D13-B631-92A4B470AF29}" dt="2024-07-25T10:46:03.892" v="605" actId="22"/>
          <ac:spMkLst>
            <pc:docMk/>
            <pc:sldMk cId="4051758406" sldId="262"/>
            <ac:spMk id="9" creationId="{77DB87BE-9F79-0DB3-1B4F-6B10445B5049}"/>
          </ac:spMkLst>
        </pc:spChg>
        <pc:spChg chg="del">
          <ac:chgData name="현진 김" userId="75745d21e3536c0a" providerId="LiveId" clId="{8E41E161-C4C5-4D13-B631-92A4B470AF29}" dt="2024-07-25T10:44:08.853" v="585" actId="478"/>
          <ac:spMkLst>
            <pc:docMk/>
            <pc:sldMk cId="4051758406" sldId="262"/>
            <ac:spMk id="18" creationId="{BF814A6B-97DC-6352-4A75-B124EA380FA9}"/>
          </ac:spMkLst>
        </pc:spChg>
        <pc:spChg chg="del">
          <ac:chgData name="현진 김" userId="75745d21e3536c0a" providerId="LiveId" clId="{8E41E161-C4C5-4D13-B631-92A4B470AF29}" dt="2024-07-25T10:44:10.074" v="586" actId="478"/>
          <ac:spMkLst>
            <pc:docMk/>
            <pc:sldMk cId="4051758406" sldId="262"/>
            <ac:spMk id="20" creationId="{8D71F148-1F3D-A9D5-7101-D947A43B7AB3}"/>
          </ac:spMkLst>
        </pc:spChg>
        <pc:spChg chg="del">
          <ac:chgData name="현진 김" userId="75745d21e3536c0a" providerId="LiveId" clId="{8E41E161-C4C5-4D13-B631-92A4B470AF29}" dt="2024-07-25T10:44:08.853" v="585" actId="478"/>
          <ac:spMkLst>
            <pc:docMk/>
            <pc:sldMk cId="4051758406" sldId="262"/>
            <ac:spMk id="21" creationId="{420ABD88-3CB4-10E4-5AD9-7217A840FF84}"/>
          </ac:spMkLst>
        </pc:spChg>
        <pc:spChg chg="del">
          <ac:chgData name="현진 김" userId="75745d21e3536c0a" providerId="LiveId" clId="{8E41E161-C4C5-4D13-B631-92A4B470AF29}" dt="2024-07-25T10:44:08.853" v="585" actId="478"/>
          <ac:spMkLst>
            <pc:docMk/>
            <pc:sldMk cId="4051758406" sldId="262"/>
            <ac:spMk id="22" creationId="{305167C0-EB43-D497-0542-C614DE886427}"/>
          </ac:spMkLst>
        </pc:spChg>
        <pc:picChg chg="add">
          <ac:chgData name="현진 김" userId="75745d21e3536c0a" providerId="LiveId" clId="{8E41E161-C4C5-4D13-B631-92A4B470AF29}" dt="2024-07-25T10:45:52.517" v="604" actId="22"/>
          <ac:picMkLst>
            <pc:docMk/>
            <pc:sldMk cId="4051758406" sldId="262"/>
            <ac:picMk id="7" creationId="{CE447DAB-C96A-877D-55FB-3C8D4FBC8F16}"/>
          </ac:picMkLst>
        </pc:picChg>
        <pc:picChg chg="del">
          <ac:chgData name="현진 김" userId="75745d21e3536c0a" providerId="LiveId" clId="{8E41E161-C4C5-4D13-B631-92A4B470AF29}" dt="2024-07-25T10:44:08.853" v="585" actId="478"/>
          <ac:picMkLst>
            <pc:docMk/>
            <pc:sldMk cId="4051758406" sldId="262"/>
            <ac:picMk id="12" creationId="{BAC1E1DB-CD94-57E0-0F2E-D428F568F836}"/>
          </ac:picMkLst>
        </pc:picChg>
        <pc:picChg chg="del">
          <ac:chgData name="현진 김" userId="75745d21e3536c0a" providerId="LiveId" clId="{8E41E161-C4C5-4D13-B631-92A4B470AF29}" dt="2024-07-25T10:44:08.853" v="585" actId="478"/>
          <ac:picMkLst>
            <pc:docMk/>
            <pc:sldMk cId="4051758406" sldId="262"/>
            <ac:picMk id="16" creationId="{D0F3FD43-0C08-5530-1E9F-F7C197E3E7B3}"/>
          </ac:picMkLst>
        </pc:picChg>
        <pc:cxnChg chg="del mod">
          <ac:chgData name="현진 김" userId="75745d21e3536c0a" providerId="LiveId" clId="{8E41E161-C4C5-4D13-B631-92A4B470AF29}" dt="2024-07-25T10:44:08.853" v="585" actId="478"/>
          <ac:cxnSpMkLst>
            <pc:docMk/>
            <pc:sldMk cId="4051758406" sldId="262"/>
            <ac:cxnSpMk id="24" creationId="{7810DA0C-624B-E207-EC02-124A446960AD}"/>
          </ac:cxnSpMkLst>
        </pc:cxnChg>
      </pc:sldChg>
      <pc:sldChg chg="addSp delSp modSp add del mod ord">
        <pc:chgData name="현진 김" userId="75745d21e3536c0a" providerId="LiveId" clId="{8E41E161-C4C5-4D13-B631-92A4B470AF29}" dt="2024-07-25T10:53:29.514" v="1029" actId="47"/>
        <pc:sldMkLst>
          <pc:docMk/>
          <pc:sldMk cId="111198507" sldId="263"/>
        </pc:sldMkLst>
        <pc:spChg chg="add mod">
          <ac:chgData name="현진 김" userId="75745d21e3536c0a" providerId="LiveId" clId="{8E41E161-C4C5-4D13-B631-92A4B470AF29}" dt="2024-07-25T10:46:35.571" v="628" actId="1076"/>
          <ac:spMkLst>
            <pc:docMk/>
            <pc:sldMk cId="111198507" sldId="263"/>
            <ac:spMk id="3" creationId="{01699295-C3EA-1BFB-2540-4DE206F49EBA}"/>
          </ac:spMkLst>
        </pc:spChg>
        <pc:spChg chg="mod">
          <ac:chgData name="현진 김" userId="75745d21e3536c0a" providerId="LiveId" clId="{8E41E161-C4C5-4D13-B631-92A4B470AF29}" dt="2024-07-25T10:46:25.853" v="626" actId="20577"/>
          <ac:spMkLst>
            <pc:docMk/>
            <pc:sldMk cId="111198507" sldId="263"/>
            <ac:spMk id="4" creationId="{5787EEAB-9429-3190-7388-FD271E5EA600}"/>
          </ac:spMkLst>
        </pc:spChg>
        <pc:spChg chg="del">
          <ac:chgData name="현진 김" userId="75745d21e3536c0a" providerId="LiveId" clId="{8E41E161-C4C5-4D13-B631-92A4B470AF29}" dt="2024-07-25T10:46:37.910" v="629" actId="478"/>
          <ac:spMkLst>
            <pc:docMk/>
            <pc:sldMk cId="111198507" sldId="263"/>
            <ac:spMk id="9" creationId="{77DB87BE-9F79-0DB3-1B4F-6B10445B5049}"/>
          </ac:spMkLst>
        </pc:spChg>
        <pc:picChg chg="add del mod">
          <ac:chgData name="현진 김" userId="75745d21e3536c0a" providerId="LiveId" clId="{8E41E161-C4C5-4D13-B631-92A4B470AF29}" dt="2024-07-25T10:50:57.277" v="885" actId="478"/>
          <ac:picMkLst>
            <pc:docMk/>
            <pc:sldMk cId="111198507" sldId="263"/>
            <ac:picMk id="6" creationId="{244D4222-42D0-FCDE-0B4F-14B6504FD303}"/>
          </ac:picMkLst>
        </pc:picChg>
        <pc:picChg chg="del">
          <ac:chgData name="현진 김" userId="75745d21e3536c0a" providerId="LiveId" clId="{8E41E161-C4C5-4D13-B631-92A4B470AF29}" dt="2024-07-25T10:47:09.866" v="630" actId="478"/>
          <ac:picMkLst>
            <pc:docMk/>
            <pc:sldMk cId="111198507" sldId="263"/>
            <ac:picMk id="7" creationId="{CE447DAB-C96A-877D-55FB-3C8D4FBC8F16}"/>
          </ac:picMkLst>
        </pc:picChg>
      </pc:sldChg>
      <pc:sldChg chg="addSp delSp modSp add del mod ord">
        <pc:chgData name="현진 김" userId="75745d21e3536c0a" providerId="LiveId" clId="{8E41E161-C4C5-4D13-B631-92A4B470AF29}" dt="2024-07-25T10:53:28.377" v="1028" actId="47"/>
        <pc:sldMkLst>
          <pc:docMk/>
          <pc:sldMk cId="2172965636" sldId="264"/>
        </pc:sldMkLst>
        <pc:spChg chg="add del mod">
          <ac:chgData name="현진 김" userId="75745d21e3536c0a" providerId="LiveId" clId="{8E41E161-C4C5-4D13-B631-92A4B470AF29}" dt="2024-07-25T10:51:13.975" v="888" actId="21"/>
          <ac:spMkLst>
            <pc:docMk/>
            <pc:sldMk cId="2172965636" sldId="264"/>
            <ac:spMk id="3" creationId="{DB7CF92E-408D-DB47-F580-4953D43AE609}"/>
          </ac:spMkLst>
        </pc:spChg>
        <pc:spChg chg="mod">
          <ac:chgData name="현진 김" userId="75745d21e3536c0a" providerId="LiveId" clId="{8E41E161-C4C5-4D13-B631-92A4B470AF29}" dt="2024-07-25T10:47:24.036" v="648"/>
          <ac:spMkLst>
            <pc:docMk/>
            <pc:sldMk cId="2172965636" sldId="264"/>
            <ac:spMk id="4" creationId="{5787EEAB-9429-3190-7388-FD271E5EA600}"/>
          </ac:spMkLst>
        </pc:spChg>
        <pc:spChg chg="del">
          <ac:chgData name="현진 김" userId="75745d21e3536c0a" providerId="LiveId" clId="{8E41E161-C4C5-4D13-B631-92A4B470AF29}" dt="2024-07-25T10:47:30.709" v="651" actId="478"/>
          <ac:spMkLst>
            <pc:docMk/>
            <pc:sldMk cId="2172965636" sldId="264"/>
            <ac:spMk id="9" creationId="{77DB87BE-9F79-0DB3-1B4F-6B10445B5049}"/>
          </ac:spMkLst>
        </pc:spChg>
        <pc:picChg chg="del mod">
          <ac:chgData name="현진 김" userId="75745d21e3536c0a" providerId="LiveId" clId="{8E41E161-C4C5-4D13-B631-92A4B470AF29}" dt="2024-07-25T10:48:39.201" v="656" actId="478"/>
          <ac:picMkLst>
            <pc:docMk/>
            <pc:sldMk cId="2172965636" sldId="264"/>
            <ac:picMk id="7" creationId="{CE447DAB-C96A-877D-55FB-3C8D4FBC8F16}"/>
          </ac:picMkLst>
        </pc:picChg>
      </pc:sldChg>
      <pc:sldChg chg="delSp modSp add mod">
        <pc:chgData name="현진 김" userId="75745d21e3536c0a" providerId="LiveId" clId="{8E41E161-C4C5-4D13-B631-92A4B470AF29}" dt="2024-07-25T10:58:10.933" v="1178" actId="20577"/>
        <pc:sldMkLst>
          <pc:docMk/>
          <pc:sldMk cId="1894613783" sldId="265"/>
        </pc:sldMkLst>
        <pc:spChg chg="mod">
          <ac:chgData name="현진 김" userId="75745d21e3536c0a" providerId="LiveId" clId="{8E41E161-C4C5-4D13-B631-92A4B470AF29}" dt="2024-07-25T10:58:10.933" v="1178" actId="20577"/>
          <ac:spMkLst>
            <pc:docMk/>
            <pc:sldMk cId="1894613783" sldId="265"/>
            <ac:spMk id="4" creationId="{5787EEAB-9429-3190-7388-FD271E5EA600}"/>
          </ac:spMkLst>
        </pc:spChg>
        <pc:spChg chg="del">
          <ac:chgData name="현진 김" userId="75745d21e3536c0a" providerId="LiveId" clId="{8E41E161-C4C5-4D13-B631-92A4B470AF29}" dt="2024-07-25T10:52:46.551" v="890" actId="478"/>
          <ac:spMkLst>
            <pc:docMk/>
            <pc:sldMk cId="1894613783" sldId="265"/>
            <ac:spMk id="18" creationId="{BF814A6B-97DC-6352-4A75-B124EA380FA9}"/>
          </ac:spMkLst>
        </pc:spChg>
        <pc:spChg chg="del">
          <ac:chgData name="현진 김" userId="75745d21e3536c0a" providerId="LiveId" clId="{8E41E161-C4C5-4D13-B631-92A4B470AF29}" dt="2024-07-25T10:52:46.551" v="890" actId="478"/>
          <ac:spMkLst>
            <pc:docMk/>
            <pc:sldMk cId="1894613783" sldId="265"/>
            <ac:spMk id="20" creationId="{8D71F148-1F3D-A9D5-7101-D947A43B7AB3}"/>
          </ac:spMkLst>
        </pc:spChg>
        <pc:spChg chg="del">
          <ac:chgData name="현진 김" userId="75745d21e3536c0a" providerId="LiveId" clId="{8E41E161-C4C5-4D13-B631-92A4B470AF29}" dt="2024-07-25T10:52:46.551" v="890" actId="478"/>
          <ac:spMkLst>
            <pc:docMk/>
            <pc:sldMk cId="1894613783" sldId="265"/>
            <ac:spMk id="21" creationId="{420ABD88-3CB4-10E4-5AD9-7217A840FF84}"/>
          </ac:spMkLst>
        </pc:spChg>
        <pc:spChg chg="del">
          <ac:chgData name="현진 김" userId="75745d21e3536c0a" providerId="LiveId" clId="{8E41E161-C4C5-4D13-B631-92A4B470AF29}" dt="2024-07-25T10:52:46.551" v="890" actId="478"/>
          <ac:spMkLst>
            <pc:docMk/>
            <pc:sldMk cId="1894613783" sldId="265"/>
            <ac:spMk id="22" creationId="{305167C0-EB43-D497-0542-C614DE886427}"/>
          </ac:spMkLst>
        </pc:spChg>
        <pc:picChg chg="del">
          <ac:chgData name="현진 김" userId="75745d21e3536c0a" providerId="LiveId" clId="{8E41E161-C4C5-4D13-B631-92A4B470AF29}" dt="2024-07-25T10:52:47.290" v="891" actId="478"/>
          <ac:picMkLst>
            <pc:docMk/>
            <pc:sldMk cId="1894613783" sldId="265"/>
            <ac:picMk id="12" creationId="{BAC1E1DB-CD94-57E0-0F2E-D428F568F836}"/>
          </ac:picMkLst>
        </pc:picChg>
        <pc:picChg chg="del">
          <ac:chgData name="현진 김" userId="75745d21e3536c0a" providerId="LiveId" clId="{8E41E161-C4C5-4D13-B631-92A4B470AF29}" dt="2024-07-25T10:52:47.658" v="892" actId="478"/>
          <ac:picMkLst>
            <pc:docMk/>
            <pc:sldMk cId="1894613783" sldId="265"/>
            <ac:picMk id="16" creationId="{D0F3FD43-0C08-5530-1E9F-F7C197E3E7B3}"/>
          </ac:picMkLst>
        </pc:picChg>
        <pc:cxnChg chg="del mod">
          <ac:chgData name="현진 김" userId="75745d21e3536c0a" providerId="LiveId" clId="{8E41E161-C4C5-4D13-B631-92A4B470AF29}" dt="2024-07-25T10:52:46.551" v="890" actId="478"/>
          <ac:cxnSpMkLst>
            <pc:docMk/>
            <pc:sldMk cId="1894613783" sldId="265"/>
            <ac:cxnSpMk id="24" creationId="{7810DA0C-624B-E207-EC02-124A446960AD}"/>
          </ac:cxnSpMkLst>
        </pc:cxnChg>
      </pc:sldChg>
      <pc:sldChg chg="new del">
        <pc:chgData name="현진 김" userId="75745d21e3536c0a" providerId="LiveId" clId="{8E41E161-C4C5-4D13-B631-92A4B470AF29}" dt="2024-07-25T10:58:56.290" v="1181" actId="47"/>
        <pc:sldMkLst>
          <pc:docMk/>
          <pc:sldMk cId="2359366875" sldId="266"/>
        </pc:sldMkLst>
      </pc:sldChg>
      <pc:sldChg chg="addSp delSp modSp add mod">
        <pc:chgData name="현진 김" userId="75745d21e3536c0a" providerId="LiveId" clId="{8E41E161-C4C5-4D13-B631-92A4B470AF29}" dt="2024-07-25T11:29:59.085" v="1495" actId="1076"/>
        <pc:sldMkLst>
          <pc:docMk/>
          <pc:sldMk cId="2374184637" sldId="267"/>
        </pc:sldMkLst>
        <pc:spChg chg="mod">
          <ac:chgData name="현진 김" userId="75745d21e3536c0a" providerId="LiveId" clId="{8E41E161-C4C5-4D13-B631-92A4B470AF29}" dt="2024-07-25T11:03:31.375" v="1492" actId="20577"/>
          <ac:spMkLst>
            <pc:docMk/>
            <pc:sldMk cId="2374184637" sldId="267"/>
            <ac:spMk id="2" creationId="{9C28F38A-A4E4-C626-1FC0-B2BFB754BF9B}"/>
          </ac:spMkLst>
        </pc:spChg>
        <pc:spChg chg="del mod">
          <ac:chgData name="현진 김" userId="75745d21e3536c0a" providerId="LiveId" clId="{8E41E161-C4C5-4D13-B631-92A4B470AF29}" dt="2024-07-25T11:00:28.007" v="1284" actId="478"/>
          <ac:spMkLst>
            <pc:docMk/>
            <pc:sldMk cId="2374184637" sldId="267"/>
            <ac:spMk id="3" creationId="{6DBE1330-0B17-7D9A-BAC9-90FD0DAA18E6}"/>
          </ac:spMkLst>
        </pc:spChg>
        <pc:spChg chg="add del mod">
          <ac:chgData name="현진 김" userId="75745d21e3536c0a" providerId="LiveId" clId="{8E41E161-C4C5-4D13-B631-92A4B470AF29}" dt="2024-07-25T11:00:29.489" v="1285" actId="478"/>
          <ac:spMkLst>
            <pc:docMk/>
            <pc:sldMk cId="2374184637" sldId="267"/>
            <ac:spMk id="5" creationId="{D9502F16-3BD8-3395-2F04-1F4508142C15}"/>
          </ac:spMkLst>
        </pc:spChg>
        <pc:picChg chg="add mod">
          <ac:chgData name="현진 김" userId="75745d21e3536c0a" providerId="LiveId" clId="{8E41E161-C4C5-4D13-B631-92A4B470AF29}" dt="2024-07-25T11:29:59.085" v="1495" actId="1076"/>
          <ac:picMkLst>
            <pc:docMk/>
            <pc:sldMk cId="2374184637" sldId="267"/>
            <ac:picMk id="7" creationId="{D37EFEFC-76F7-1CB1-2368-4303D37828AA}"/>
          </ac:picMkLst>
        </pc:picChg>
      </pc:sldChg>
      <pc:sldChg chg="addSp delSp modSp add mod">
        <pc:chgData name="현진 김" userId="75745d21e3536c0a" providerId="LiveId" clId="{8E41E161-C4C5-4D13-B631-92A4B470AF29}" dt="2024-07-25T11:30:22.175" v="1507" actId="1076"/>
        <pc:sldMkLst>
          <pc:docMk/>
          <pc:sldMk cId="952059567" sldId="268"/>
        </pc:sldMkLst>
        <pc:spChg chg="mod">
          <ac:chgData name="현진 김" userId="75745d21e3536c0a" providerId="LiveId" clId="{8E41E161-C4C5-4D13-B631-92A4B470AF29}" dt="2024-07-25T11:30:22.175" v="1507" actId="1076"/>
          <ac:spMkLst>
            <pc:docMk/>
            <pc:sldMk cId="952059567" sldId="268"/>
            <ac:spMk id="2" creationId="{9C28F38A-A4E4-C626-1FC0-B2BFB754BF9B}"/>
          </ac:spMkLst>
        </pc:spChg>
        <pc:spChg chg="del mod">
          <ac:chgData name="현진 김" userId="75745d21e3536c0a" providerId="LiveId" clId="{8E41E161-C4C5-4D13-B631-92A4B470AF29}" dt="2024-07-25T11:00:45.735" v="1336" actId="478"/>
          <ac:spMkLst>
            <pc:docMk/>
            <pc:sldMk cId="952059567" sldId="268"/>
            <ac:spMk id="3" creationId="{6DBE1330-0B17-7D9A-BAC9-90FD0DAA18E6}"/>
          </ac:spMkLst>
        </pc:spChg>
        <pc:spChg chg="add del mod">
          <ac:chgData name="현진 김" userId="75745d21e3536c0a" providerId="LiveId" clId="{8E41E161-C4C5-4D13-B631-92A4B470AF29}" dt="2024-07-25T11:00:47.999" v="1337" actId="478"/>
          <ac:spMkLst>
            <pc:docMk/>
            <pc:sldMk cId="952059567" sldId="268"/>
            <ac:spMk id="5" creationId="{FE038737-6CA2-B913-3BAF-E80207FE2AFC}"/>
          </ac:spMkLst>
        </pc:spChg>
      </pc:sldChg>
      <pc:sldChg chg="addSp delSp modSp add del mod">
        <pc:chgData name="현진 김" userId="75745d21e3536c0a" providerId="LiveId" clId="{8E41E161-C4C5-4D13-B631-92A4B470AF29}" dt="2024-07-25T11:30:23.956" v="1508" actId="47"/>
        <pc:sldMkLst>
          <pc:docMk/>
          <pc:sldMk cId="3883406350" sldId="269"/>
        </pc:sldMkLst>
        <pc:spChg chg="mod">
          <ac:chgData name="현진 김" userId="75745d21e3536c0a" providerId="LiveId" clId="{8E41E161-C4C5-4D13-B631-92A4B470AF29}" dt="2024-07-25T11:30:07.539" v="1496" actId="21"/>
          <ac:spMkLst>
            <pc:docMk/>
            <pc:sldMk cId="3883406350" sldId="269"/>
            <ac:spMk id="2" creationId="{9C28F38A-A4E4-C626-1FC0-B2BFB754BF9B}"/>
          </ac:spMkLst>
        </pc:spChg>
        <pc:spChg chg="add del">
          <ac:chgData name="현진 김" userId="75745d21e3536c0a" providerId="LiveId" clId="{8E41E161-C4C5-4D13-B631-92A4B470AF29}" dt="2024-07-25T11:02:35.118" v="1463" actId="478"/>
          <ac:spMkLst>
            <pc:docMk/>
            <pc:sldMk cId="3883406350" sldId="269"/>
            <ac:spMk id="4" creationId="{77CDBA78-8171-BFA7-E306-DEB398C2E23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76E32C-3CF7-5DFB-D05D-481788767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C3D51E4-BD5D-1B6E-8DD8-885F12A79F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85A7B7-CE3D-7390-A6D2-E08FFBF19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3D4A-0B0D-4E05-A300-1F3F0E920D54}" type="datetimeFigureOut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7A629D-5B79-E407-9E9A-1EEB14667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78A0A9-9F73-CB83-8E65-07ABED87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8A1A-67E6-4BFB-B449-26631FA4A8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925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291B9D-4B02-3785-224F-48291FB14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4A6ED3-1C3C-3CBF-4597-AB8D11EB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7854FE-C20B-A940-8E79-A2BBB7E44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3D4A-0B0D-4E05-A300-1F3F0E920D54}" type="datetimeFigureOut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FEE7A3-1F00-47C1-A7E3-9C872BEB9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363CDA-80D9-F1FB-CAED-203DA2580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8A1A-67E6-4BFB-B449-26631FA4A8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626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08BB66-7E5A-B887-FB21-C2D7AA9B9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EB17AF-D8F2-501C-811F-BA2BED755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C26B4F-BA40-8EEF-6B74-BA25A6498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3D4A-0B0D-4E05-A300-1F3F0E920D54}" type="datetimeFigureOut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2C3D2C-01D2-2BC7-8FBE-F8EB1B40F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30416C-5D28-540F-E1BA-4F3EDD16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8A1A-67E6-4BFB-B449-26631FA4A8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885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6FC81C-F3CD-9B34-45E3-B10EDDA73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B305E5-2BD6-1ACC-8E84-8D6DC3730F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A3BB4FE-EDE4-6360-DF5E-560FD24C9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BADBD9-B965-588F-1CB4-8B9C4F6C7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3D4A-0B0D-4E05-A300-1F3F0E920D54}" type="datetimeFigureOut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C01037-5DE6-C7BA-A44F-FA660708E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F43C51-3E4A-925A-EEF5-C41906B1A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8A1A-67E6-4BFB-B449-26631FA4A8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88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6AD5E4-70D2-474F-38C4-E7185BC41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75697B-BCBA-22FC-7CC1-3B9DEF730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04F790-1954-A26F-8E45-758744215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7E4CDA2-073D-6F6A-D2CF-780E54DD20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2610B94-6350-2F54-966F-8BD3E4EB17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9A7EB3C-9C2D-F3FD-1EB6-EB4C33194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3D4A-0B0D-4E05-A300-1F3F0E920D54}" type="datetimeFigureOut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CC41BCF-3A67-49CA-DFCD-D5527C75B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5A9334-C210-BE03-6947-5EC700C1D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8A1A-67E6-4BFB-B449-26631FA4A8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289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17C1E0-2BA8-EBCF-96BA-5CE1C6368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A87D6A2-6A4A-7595-5E20-98E1F4528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3D4A-0B0D-4E05-A300-1F3F0E920D54}" type="datetimeFigureOut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1D105D8-1028-836E-5512-DFBA518CF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BCCFEA-6FE3-9600-CF9F-7807D9A35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8A1A-67E6-4BFB-B449-26631FA4A8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484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4E33FE1-032B-D18A-A340-FF0774465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3D4A-0B0D-4E05-A300-1F3F0E920D54}" type="datetimeFigureOut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165A667-503D-B664-A655-EA06F3179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5F12C7-CF94-CFC3-AE60-4B66763B7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8A1A-67E6-4BFB-B449-26631FA4A8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6202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DF4A28-7011-4B7B-7C8E-2661C2815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89AB01-1456-4640-2ECB-A357CB142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54AAC1-D920-D33E-5595-B1643AD08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D5FD38-ABBC-84AF-16A5-D69216D03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3D4A-0B0D-4E05-A300-1F3F0E920D54}" type="datetimeFigureOut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FAA75C-58AA-FB01-E95E-32E4F43B2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1A43A9-9812-20C4-2DC2-4E6388E89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8A1A-67E6-4BFB-B449-26631FA4A8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695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8B5A6A-2416-A0B5-F394-0388035B6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D433CB-46A5-BE51-EDE4-6F2DCEA087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4ADE2A-B64D-F972-C3D2-9F4C2433F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8C4A76-BA1E-82FA-C7F7-37A1502DF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3D4A-0B0D-4E05-A300-1F3F0E920D54}" type="datetimeFigureOut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5F73C2-36B4-ADAA-B59B-735AC5DA6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96CB5F-EC9C-52E5-7DFA-54A9D007E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8A1A-67E6-4BFB-B449-26631FA4A8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131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EEB2DC-2607-E588-8ACE-F4EEBE9A4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A7BC3A-A193-7869-533C-9A492DE4E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7841DB-D910-A091-BD95-16C9A1BFE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3D4A-0B0D-4E05-A300-1F3F0E920D54}" type="datetimeFigureOut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C9AC6C-F748-68CF-74FF-EF9F8E261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A185FD-291D-309E-967F-38FE97233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8A1A-67E6-4BFB-B449-26631FA4A8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2860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3F2A3B-763A-18A2-389C-A0E3DFD2AB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CDD5613-FD3F-9E9D-2DAB-E7F78FE8C3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D69B7D-9788-9C0B-B008-BEE5F424C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3D4A-0B0D-4E05-A300-1F3F0E920D54}" type="datetimeFigureOut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750F53-2D76-7273-D479-84936A9DD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08D4B2-235E-879B-7807-9B51CA013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8A1A-67E6-4BFB-B449-26631FA4A8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664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05C2CD4-86A3-E6E8-60A0-2B07F4754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8E8EDF-7428-4F58-8B1C-EAEAF58F9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B6AC3A-A706-8857-2000-7B736BF028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03D4A-0B0D-4E05-A300-1F3F0E920D54}" type="datetimeFigureOut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D93CC0-1E29-DFF1-D3CB-5CEAF2A46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BF7640-97AE-E121-8537-67CDC41660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98A1A-67E6-4BFB-B449-26631FA4A8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96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537E35-4814-C279-F44F-ED43A1DBFB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17</a:t>
            </a:r>
            <a:r>
              <a:rPr lang="ko-KR" altLang="en-US" dirty="0"/>
              <a:t>주차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E931F1C-F608-D9F2-E07D-DB0B9E7997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8</a:t>
            </a:r>
            <a:r>
              <a:rPr lang="ko-KR" altLang="en-US" dirty="0"/>
              <a:t>기 김현진</a:t>
            </a:r>
          </a:p>
        </p:txBody>
      </p:sp>
    </p:spTree>
    <p:extLst>
      <p:ext uri="{BB962C8B-B14F-4D97-AF65-F5344CB8AC3E}">
        <p14:creationId xmlns:p14="http://schemas.microsoft.com/office/powerpoint/2010/main" val="871330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8F38A-A4E4-C626-1FC0-B2BFB754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이번 주 한 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BE1330-0B17-7D9A-BAC9-90FD0DAA1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1353800" cy="5032375"/>
          </a:xfrm>
        </p:spPr>
        <p:txBody>
          <a:bodyPr>
            <a:normAutofit/>
          </a:bodyPr>
          <a:lstStyle/>
          <a:p>
            <a:r>
              <a:rPr lang="en-US" altLang="ko-KR" dirty="0"/>
              <a:t>SMS </a:t>
            </a:r>
            <a:r>
              <a:rPr lang="ko-KR" altLang="en-US" dirty="0"/>
              <a:t>인증 </a:t>
            </a:r>
            <a:r>
              <a:rPr lang="en-US" altLang="ko-KR" dirty="0"/>
              <a:t>-&gt; </a:t>
            </a:r>
            <a:r>
              <a:rPr lang="ko-KR" altLang="en-US" dirty="0"/>
              <a:t>회원가입</a:t>
            </a:r>
            <a:r>
              <a:rPr lang="en-US" altLang="ko-KR" dirty="0"/>
              <a:t>, </a:t>
            </a:r>
            <a:r>
              <a:rPr lang="en-US" altLang="ko-KR" b="1" dirty="0"/>
              <a:t>ID</a:t>
            </a:r>
            <a:r>
              <a:rPr lang="ko-KR" altLang="en-US" b="1" dirty="0"/>
              <a:t> 찾기</a:t>
            </a:r>
            <a:r>
              <a:rPr lang="en-US" altLang="ko-KR" b="1" dirty="0"/>
              <a:t>, </a:t>
            </a:r>
            <a:r>
              <a:rPr lang="ko-KR" altLang="en-US" b="1" dirty="0"/>
              <a:t>비밀번호 재설정</a:t>
            </a:r>
            <a:endParaRPr lang="en-US" altLang="ko-KR" b="1" dirty="0"/>
          </a:p>
          <a:p>
            <a:r>
              <a:rPr lang="ko-KR" altLang="en-US" dirty="0"/>
              <a:t>기기 권한 설정</a:t>
            </a:r>
            <a:endParaRPr lang="en-US" altLang="ko-KR" dirty="0"/>
          </a:p>
          <a:p>
            <a:pPr lvl="1"/>
            <a:r>
              <a:rPr lang="ko-KR" altLang="en-US" dirty="0"/>
              <a:t>기획 변경</a:t>
            </a:r>
            <a:endParaRPr lang="en-US" altLang="ko-KR" dirty="0"/>
          </a:p>
          <a:p>
            <a:pPr lvl="1"/>
            <a:r>
              <a:rPr lang="ko-KR" altLang="en-US" dirty="0"/>
              <a:t>설정 화면 개발</a:t>
            </a:r>
            <a:endParaRPr lang="en-US" altLang="ko-KR" dirty="0"/>
          </a:p>
          <a:p>
            <a:r>
              <a:rPr lang="ko-KR" altLang="en-US" dirty="0"/>
              <a:t>카카오 계정으로 로그인</a:t>
            </a:r>
            <a:endParaRPr lang="en-US" altLang="ko-KR" dirty="0"/>
          </a:p>
          <a:p>
            <a:pPr lvl="1"/>
            <a:r>
              <a:rPr lang="ko-KR" altLang="en-US" dirty="0"/>
              <a:t>회원 등록 </a:t>
            </a:r>
            <a:r>
              <a:rPr lang="en-US" altLang="ko-KR" dirty="0"/>
              <a:t>(</a:t>
            </a:r>
            <a:r>
              <a:rPr lang="ko-KR" altLang="en-US" dirty="0"/>
              <a:t>회원 가입 </a:t>
            </a:r>
            <a:r>
              <a:rPr lang="en-US" altLang="ko-KR" dirty="0"/>
              <a:t>/ </a:t>
            </a:r>
            <a:r>
              <a:rPr lang="ko-KR" altLang="en-US" dirty="0"/>
              <a:t>연동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로그인</a:t>
            </a:r>
            <a:r>
              <a:rPr lang="en-US" altLang="ko-KR" dirty="0"/>
              <a:t>, </a:t>
            </a:r>
            <a:r>
              <a:rPr lang="ko-KR" altLang="en-US" dirty="0"/>
              <a:t>로그아웃</a:t>
            </a:r>
            <a:r>
              <a:rPr lang="en-US" altLang="ko-KR" dirty="0"/>
              <a:t>, </a:t>
            </a:r>
            <a:r>
              <a:rPr lang="ko-KR" altLang="en-US" dirty="0"/>
              <a:t>회원 탈퇴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검색</a:t>
            </a:r>
            <a:endParaRPr lang="en-US" altLang="ko-KR" dirty="0"/>
          </a:p>
          <a:p>
            <a:pPr lvl="1"/>
            <a:r>
              <a:rPr lang="ko-KR" altLang="en-US" dirty="0"/>
              <a:t>팀원 이름</a:t>
            </a:r>
            <a:r>
              <a:rPr lang="en-US" altLang="ko-KR" dirty="0"/>
              <a:t>, </a:t>
            </a:r>
            <a:r>
              <a:rPr lang="ko-KR" altLang="en-US" dirty="0"/>
              <a:t>기수</a:t>
            </a:r>
            <a:r>
              <a:rPr lang="en-US" altLang="ko-KR" dirty="0"/>
              <a:t>, </a:t>
            </a:r>
            <a:r>
              <a:rPr lang="ko-KR" altLang="en-US" dirty="0"/>
              <a:t>별명으로 검색</a:t>
            </a:r>
            <a:r>
              <a:rPr lang="en-US" altLang="ko-KR" dirty="0"/>
              <a:t>, </a:t>
            </a:r>
            <a:r>
              <a:rPr lang="ko-KR" altLang="en-US" dirty="0"/>
              <a:t>게시글 제목</a:t>
            </a:r>
            <a:r>
              <a:rPr lang="en-US" altLang="ko-KR" dirty="0"/>
              <a:t>, </a:t>
            </a:r>
            <a:r>
              <a:rPr lang="ko-KR" altLang="en-US" dirty="0"/>
              <a:t>글로 검색</a:t>
            </a:r>
          </a:p>
        </p:txBody>
      </p:sp>
    </p:spTree>
    <p:extLst>
      <p:ext uri="{BB962C8B-B14F-4D97-AF65-F5344CB8AC3E}">
        <p14:creationId xmlns:p14="http://schemas.microsoft.com/office/powerpoint/2010/main" val="3949423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EAF20-C4ED-A36E-993C-C56EEBF1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SMS </a:t>
            </a:r>
            <a:r>
              <a:rPr lang="ko-KR" altLang="en-US" dirty="0"/>
              <a:t>인증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6466C86-FE05-BF3A-0436-C75174C6BC7C}"/>
              </a:ext>
            </a:extLst>
          </p:cNvPr>
          <p:cNvCxnSpPr/>
          <p:nvPr/>
        </p:nvCxnSpPr>
        <p:spPr>
          <a:xfrm>
            <a:off x="6288024" y="1097280"/>
            <a:ext cx="0" cy="57607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DED3218C-ECB4-E832-3FEB-578EDE702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27" y="1771758"/>
            <a:ext cx="2743438" cy="45723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3E0F03A-715C-2D6F-6A3C-C469C45DB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656" y="1695252"/>
            <a:ext cx="2720576" cy="45647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77856F8-2427-2CB2-DB97-03DA2787B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1242" y="1514835"/>
            <a:ext cx="2400052" cy="508624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E5B7431-F030-14E3-517A-0185252CAE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563" y="1514835"/>
            <a:ext cx="2410967" cy="5087198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85C7F528-5920-DB8F-6813-D2F73CF9882D}"/>
              </a:ext>
            </a:extLst>
          </p:cNvPr>
          <p:cNvSpPr/>
          <p:nvPr/>
        </p:nvSpPr>
        <p:spPr>
          <a:xfrm>
            <a:off x="393969" y="4301458"/>
            <a:ext cx="2503799" cy="1066070"/>
          </a:xfrm>
          <a:prstGeom prst="rect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9A32975-7FAE-2D82-1985-B78525F2F84E}"/>
              </a:ext>
            </a:extLst>
          </p:cNvPr>
          <p:cNvSpPr/>
          <p:nvPr/>
        </p:nvSpPr>
        <p:spPr>
          <a:xfrm>
            <a:off x="3249696" y="3768423"/>
            <a:ext cx="2503799" cy="1066070"/>
          </a:xfrm>
          <a:prstGeom prst="rect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03AFE05-3A90-284C-5C03-667982C56393}"/>
              </a:ext>
            </a:extLst>
          </p:cNvPr>
          <p:cNvSpPr/>
          <p:nvPr/>
        </p:nvSpPr>
        <p:spPr>
          <a:xfrm>
            <a:off x="6682044" y="4179538"/>
            <a:ext cx="2503799" cy="1187990"/>
          </a:xfrm>
          <a:prstGeom prst="rect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2B7F6A5-586B-1ACD-8DB1-890D19D6A2EB}"/>
              </a:ext>
            </a:extLst>
          </p:cNvPr>
          <p:cNvSpPr/>
          <p:nvPr/>
        </p:nvSpPr>
        <p:spPr>
          <a:xfrm>
            <a:off x="9459368" y="3612847"/>
            <a:ext cx="2503799" cy="1066070"/>
          </a:xfrm>
          <a:prstGeom prst="rect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2597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EAF20-C4ED-A36E-993C-C56EEBF1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SMS </a:t>
            </a:r>
            <a:r>
              <a:rPr lang="ko-KR" altLang="en-US" dirty="0"/>
              <a:t>인증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023F722-13FA-3562-0BCC-5537F8AD6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95" y="1714304"/>
            <a:ext cx="2735817" cy="45266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5E48892-E00B-C5F6-CF20-B8836F973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417" y="1514834"/>
            <a:ext cx="2501944" cy="524620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230D7286-816A-2043-E317-CA0C866C806B}"/>
              </a:ext>
            </a:extLst>
          </p:cNvPr>
          <p:cNvSpPr/>
          <p:nvPr/>
        </p:nvSpPr>
        <p:spPr>
          <a:xfrm>
            <a:off x="454151" y="3654441"/>
            <a:ext cx="2503799" cy="1066070"/>
          </a:xfrm>
          <a:prstGeom prst="rect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11075EA-0D81-B946-2BF4-9D846D377B8B}"/>
              </a:ext>
            </a:extLst>
          </p:cNvPr>
          <p:cNvSpPr/>
          <p:nvPr/>
        </p:nvSpPr>
        <p:spPr>
          <a:xfrm>
            <a:off x="3359442" y="3444605"/>
            <a:ext cx="2503799" cy="1066070"/>
          </a:xfrm>
          <a:prstGeom prst="rect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691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8F38A-A4E4-C626-1FC0-B2BFB754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기기 권한 설정</a:t>
            </a:r>
            <a:endParaRPr lang="en-US" altLang="ko-KR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5787EEAB-9429-3190-7388-FD271E5EA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7807"/>
          </a:xfrm>
        </p:spPr>
        <p:txBody>
          <a:bodyPr/>
          <a:lstStyle/>
          <a:p>
            <a:r>
              <a:rPr lang="ko-KR" altLang="en-US" dirty="0"/>
              <a:t>기획 변경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AC1E1DB-CD94-57E0-0F2E-D428F568F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775" y="2234627"/>
            <a:ext cx="2478756" cy="407727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0F3FD43-0C08-5530-1E9F-F7C197E3E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34627"/>
            <a:ext cx="2570294" cy="425824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F814A6B-97DC-6352-4A75-B124EA380FA9}"/>
              </a:ext>
            </a:extLst>
          </p:cNvPr>
          <p:cNvSpPr txBox="1"/>
          <p:nvPr/>
        </p:nvSpPr>
        <p:spPr>
          <a:xfrm>
            <a:off x="8860802" y="2623852"/>
            <a:ext cx="406881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effectLst/>
              </a:rPr>
              <a:t>변경 후</a:t>
            </a:r>
            <a:br>
              <a:rPr lang="ko-KR" altLang="en-US" dirty="0">
                <a:effectLst/>
              </a:rPr>
            </a:br>
            <a:r>
              <a:rPr lang="en-US" altLang="ko-KR" dirty="0">
                <a:effectLst/>
              </a:rPr>
              <a:t>1) </a:t>
            </a:r>
            <a:r>
              <a:rPr lang="ko-KR" altLang="en-US" dirty="0">
                <a:effectLst/>
              </a:rPr>
              <a:t>기기 알림이 </a:t>
            </a:r>
            <a:r>
              <a:rPr lang="ko-KR" altLang="en-US" dirty="0" err="1">
                <a:effectLst/>
              </a:rPr>
              <a:t>비허용되어있을</a:t>
            </a:r>
            <a:r>
              <a:rPr lang="ko-KR" altLang="en-US" dirty="0">
                <a:effectLst/>
              </a:rPr>
              <a:t> 경우</a:t>
            </a:r>
            <a:r>
              <a:rPr lang="en-US" altLang="ko-KR" dirty="0">
                <a:effectLst/>
              </a:rPr>
              <a:t>, </a:t>
            </a:r>
            <a:r>
              <a:rPr lang="ko-KR" altLang="en-US" dirty="0">
                <a:effectLst/>
              </a:rPr>
              <a:t>밑의 초록색 부분 추가됨</a:t>
            </a:r>
            <a:r>
              <a:rPr lang="en-US" altLang="ko-KR" dirty="0">
                <a:effectLst/>
              </a:rPr>
              <a:t>. (</a:t>
            </a:r>
            <a:r>
              <a:rPr lang="ko-KR" altLang="en-US" dirty="0">
                <a:effectLst/>
              </a:rPr>
              <a:t>변경</a:t>
            </a:r>
            <a:r>
              <a:rPr lang="en-US" altLang="ko-KR" dirty="0">
                <a:effectLst/>
              </a:rPr>
              <a:t>)</a:t>
            </a:r>
          </a:p>
          <a:p>
            <a:endParaRPr lang="en-US" altLang="ko-KR" dirty="0"/>
          </a:p>
          <a:p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2) </a:t>
            </a:r>
            <a:r>
              <a:rPr lang="ko-KR" altLang="en-US" dirty="0">
                <a:effectLst/>
              </a:rPr>
              <a:t>변경 </a:t>
            </a:r>
            <a:r>
              <a:rPr lang="ko-KR" altLang="en-US" dirty="0"/>
              <a:t>전 내용 </a:t>
            </a:r>
            <a:r>
              <a:rPr lang="ko-KR" altLang="en-US" dirty="0">
                <a:effectLst/>
              </a:rPr>
              <a:t>유지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71F148-1F3D-A9D5-7101-D947A43B7AB3}"/>
              </a:ext>
            </a:extLst>
          </p:cNvPr>
          <p:cNvSpPr txBox="1"/>
          <p:nvPr/>
        </p:nvSpPr>
        <p:spPr>
          <a:xfrm>
            <a:off x="-1243583" y="2623852"/>
            <a:ext cx="40603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effectLst/>
              </a:rPr>
              <a:t>변경 전</a:t>
            </a:r>
            <a:br>
              <a:rPr lang="ko-KR" altLang="en-US" dirty="0">
                <a:effectLst/>
              </a:rPr>
            </a:br>
            <a:r>
              <a:rPr lang="en-US" altLang="ko-KR" dirty="0">
                <a:effectLst/>
              </a:rPr>
              <a:t>1) </a:t>
            </a:r>
            <a:r>
              <a:rPr lang="ko-KR" altLang="en-US" dirty="0">
                <a:effectLst/>
              </a:rPr>
              <a:t>사용자가 </a:t>
            </a:r>
            <a:r>
              <a:rPr lang="en-US" altLang="ko-KR" dirty="0">
                <a:effectLst/>
              </a:rPr>
              <a:t>“</a:t>
            </a:r>
            <a:r>
              <a:rPr lang="ko-KR" altLang="en-US" dirty="0">
                <a:effectLst/>
              </a:rPr>
              <a:t>기기 알림 허용</a:t>
            </a:r>
            <a:r>
              <a:rPr lang="en-US" altLang="ko-KR" dirty="0">
                <a:effectLst/>
              </a:rPr>
              <a:t>”</a:t>
            </a:r>
            <a:r>
              <a:rPr lang="ko-KR" altLang="en-US" dirty="0">
                <a:effectLst/>
              </a:rPr>
              <a:t>을 허용</a:t>
            </a:r>
            <a:r>
              <a:rPr lang="en-US" altLang="ko-KR" dirty="0"/>
              <a:t>/</a:t>
            </a:r>
            <a:r>
              <a:rPr lang="ko-KR" altLang="en-US" dirty="0"/>
              <a:t>비허용을 앱 내 조작</a:t>
            </a:r>
            <a:r>
              <a:rPr lang="en-US" altLang="ko-KR" dirty="0"/>
              <a:t>.</a:t>
            </a:r>
          </a:p>
          <a:p>
            <a:endParaRPr lang="en-US" altLang="ko-KR" dirty="0">
              <a:effectLst/>
            </a:endParaRPr>
          </a:p>
          <a:p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2) </a:t>
            </a:r>
            <a:r>
              <a:rPr lang="ko-KR" altLang="en-US" dirty="0">
                <a:effectLst/>
              </a:rPr>
              <a:t>알림 허용이 꺼졌을 경우 앱 내 알림에 대한 세부 설정 제어 불가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20ABD88-3CB4-10E4-5AD9-7217A840FF84}"/>
              </a:ext>
            </a:extLst>
          </p:cNvPr>
          <p:cNvSpPr/>
          <p:nvPr/>
        </p:nvSpPr>
        <p:spPr>
          <a:xfrm>
            <a:off x="2771045" y="2623852"/>
            <a:ext cx="2615184" cy="487807"/>
          </a:xfrm>
          <a:prstGeom prst="rect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05167C0-EB43-D497-0542-C614DE886427}"/>
              </a:ext>
            </a:extLst>
          </p:cNvPr>
          <p:cNvSpPr/>
          <p:nvPr/>
        </p:nvSpPr>
        <p:spPr>
          <a:xfrm>
            <a:off x="6051110" y="2623852"/>
            <a:ext cx="2615184" cy="487807"/>
          </a:xfrm>
          <a:prstGeom prst="rect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7810DA0C-624B-E207-EC02-124A446960AD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5386229" y="2867756"/>
            <a:ext cx="6648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8162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8F38A-A4E4-C626-1FC0-B2BFB754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기기 권한 설정</a:t>
            </a:r>
            <a:endParaRPr lang="en-US" altLang="ko-KR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5787EEAB-9429-3190-7388-FD271E5EA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71671"/>
          </a:xfrm>
        </p:spPr>
        <p:txBody>
          <a:bodyPr/>
          <a:lstStyle/>
          <a:p>
            <a:r>
              <a:rPr lang="ko-KR" altLang="en-US" dirty="0"/>
              <a:t>앱 조사 </a:t>
            </a:r>
            <a:r>
              <a:rPr lang="en-US" altLang="ko-KR" dirty="0"/>
              <a:t>(</a:t>
            </a:r>
            <a:r>
              <a:rPr lang="ko-KR" altLang="en-US" dirty="0"/>
              <a:t>유투브</a:t>
            </a:r>
            <a:r>
              <a:rPr lang="en-US" altLang="ko-KR" dirty="0"/>
              <a:t>, </a:t>
            </a:r>
            <a:r>
              <a:rPr lang="ko-KR" altLang="en-US" dirty="0"/>
              <a:t>네이버 웹툰</a:t>
            </a:r>
            <a:r>
              <a:rPr lang="en-US" altLang="ko-KR" dirty="0"/>
              <a:t>, </a:t>
            </a:r>
            <a:r>
              <a:rPr lang="ko-KR" altLang="en-US" dirty="0"/>
              <a:t>인스타그램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(</a:t>
            </a:r>
            <a:r>
              <a:rPr lang="ko-KR" altLang="en-US" dirty="0"/>
              <a:t>화면 흐름도로 이동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94613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8F38A-A4E4-C626-1FC0-B2BFB754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기기 권한 설정 </a:t>
            </a:r>
            <a:r>
              <a:rPr lang="en-US" altLang="ko-KR" sz="2800" dirty="0"/>
              <a:t>–</a:t>
            </a:r>
            <a:r>
              <a:rPr lang="ko-KR" altLang="en-US" sz="2800" dirty="0"/>
              <a:t>설정</a:t>
            </a:r>
            <a:r>
              <a:rPr lang="en-US" altLang="ko-KR" sz="2800" dirty="0"/>
              <a:t>, </a:t>
            </a:r>
            <a:r>
              <a:rPr lang="ko-KR" altLang="en-US" sz="2800" dirty="0"/>
              <a:t>알림 설정 화면 개발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87B7909-2F93-5E44-C956-636BF92ED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37573"/>
            <a:ext cx="2562145" cy="53823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3FDD327-1E93-8A65-663A-42A990001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409" y="1337573"/>
            <a:ext cx="2589414" cy="533369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759DA5D-38C7-1653-09F0-2B5C0B6B6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3813" y="1337573"/>
            <a:ext cx="2562145" cy="5333696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74D31BF7-822E-669F-871C-6240029180C9}"/>
              </a:ext>
            </a:extLst>
          </p:cNvPr>
          <p:cNvSpPr/>
          <p:nvPr/>
        </p:nvSpPr>
        <p:spPr>
          <a:xfrm>
            <a:off x="9072985" y="2049223"/>
            <a:ext cx="2562145" cy="547673"/>
          </a:xfrm>
          <a:prstGeom prst="rect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424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8F38A-A4E4-C626-1FC0-B2BFB754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카카오 계정으로 로그인</a:t>
            </a:r>
            <a:r>
              <a:rPr lang="en-US" altLang="ko-KR" sz="2400" dirty="0"/>
              <a:t>- </a:t>
            </a:r>
            <a:r>
              <a:rPr lang="ko-KR" altLang="en-US" sz="2400" dirty="0"/>
              <a:t>회원 등록</a:t>
            </a:r>
            <a:r>
              <a:rPr lang="en-US" altLang="ko-KR" sz="2400" dirty="0"/>
              <a:t>(</a:t>
            </a:r>
            <a:r>
              <a:rPr lang="ko-KR" altLang="en-US" sz="2400" dirty="0"/>
              <a:t>연동</a:t>
            </a:r>
            <a:r>
              <a:rPr lang="en-US" altLang="ko-KR" sz="2400" dirty="0"/>
              <a:t>/ </a:t>
            </a:r>
            <a:r>
              <a:rPr lang="ko-KR" altLang="en-US" sz="2400" dirty="0"/>
              <a:t>회원 가입</a:t>
            </a:r>
            <a:r>
              <a:rPr lang="en-US" altLang="ko-KR" sz="2400" dirty="0"/>
              <a:t>)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37EFEFC-76F7-1CB1-2368-4303D3782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905" y="1438275"/>
            <a:ext cx="6950762" cy="5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184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8F38A-A4E4-C626-1FC0-B2BFB754B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9338"/>
            <a:ext cx="10515600" cy="3219323"/>
          </a:xfrm>
        </p:spPr>
        <p:txBody>
          <a:bodyPr>
            <a:normAutofit/>
          </a:bodyPr>
          <a:lstStyle/>
          <a:p>
            <a:r>
              <a:rPr lang="ko-KR" altLang="en-US" dirty="0"/>
              <a:t>카카오 계정으로 로그인</a:t>
            </a:r>
            <a:r>
              <a:rPr lang="en-US" altLang="ko-KR" sz="2400" dirty="0"/>
              <a:t>- </a:t>
            </a:r>
            <a:r>
              <a:rPr lang="ko-KR" altLang="en-US" sz="2400" dirty="0"/>
              <a:t>로그인</a:t>
            </a:r>
            <a:r>
              <a:rPr lang="en-US" altLang="ko-KR" sz="2400" dirty="0"/>
              <a:t>, </a:t>
            </a:r>
            <a:r>
              <a:rPr lang="ko-KR" altLang="en-US" sz="2400" dirty="0"/>
              <a:t>로그아웃</a:t>
            </a:r>
            <a:r>
              <a:rPr lang="en-US" altLang="ko-KR" sz="2400" dirty="0"/>
              <a:t>, </a:t>
            </a:r>
            <a:r>
              <a:rPr lang="ko-KR" altLang="en-US" sz="2400" dirty="0"/>
              <a:t>회원 탈퇴</a:t>
            </a:r>
            <a:br>
              <a:rPr lang="en-US" altLang="ko-KR" sz="2400" dirty="0"/>
            </a:br>
            <a:r>
              <a:rPr lang="ko-KR" altLang="en-US" dirty="0"/>
              <a:t>검색</a:t>
            </a:r>
            <a:r>
              <a:rPr lang="en-US" altLang="ko-KR" sz="4400" dirty="0"/>
              <a:t>- </a:t>
            </a:r>
            <a:r>
              <a:rPr lang="ko-KR" altLang="en-US" sz="2400" dirty="0"/>
              <a:t>팀원 </a:t>
            </a:r>
            <a:r>
              <a:rPr lang="en-US" altLang="ko-KR" sz="2400" dirty="0"/>
              <a:t>: </a:t>
            </a:r>
            <a:r>
              <a:rPr lang="ko-KR" altLang="en-US" sz="2400" dirty="0"/>
              <a:t>이름</a:t>
            </a:r>
            <a:r>
              <a:rPr lang="en-US" altLang="ko-KR" sz="2400" dirty="0"/>
              <a:t>, </a:t>
            </a:r>
            <a:r>
              <a:rPr lang="ko-KR" altLang="en-US" sz="2400" dirty="0"/>
              <a:t>기수</a:t>
            </a:r>
            <a:r>
              <a:rPr lang="en-US" altLang="ko-KR" sz="2400" dirty="0"/>
              <a:t>, </a:t>
            </a:r>
            <a:r>
              <a:rPr lang="ko-KR" altLang="en-US" sz="2400" dirty="0"/>
              <a:t>별명으로 검색 </a:t>
            </a:r>
            <a:r>
              <a:rPr lang="en-US" altLang="ko-KR" sz="2400" dirty="0"/>
              <a:t>/ </a:t>
            </a:r>
            <a:r>
              <a:rPr lang="ko-KR" altLang="en-US" sz="2400" dirty="0"/>
              <a:t>게시글 </a:t>
            </a:r>
            <a:r>
              <a:rPr lang="en-US" altLang="ko-KR" sz="2400" dirty="0"/>
              <a:t>: </a:t>
            </a:r>
            <a:r>
              <a:rPr lang="ko-KR" altLang="en-US" sz="2400" dirty="0"/>
              <a:t>제목</a:t>
            </a:r>
            <a:r>
              <a:rPr lang="en-US" altLang="ko-KR" sz="2400" dirty="0"/>
              <a:t>, </a:t>
            </a:r>
            <a:r>
              <a:rPr lang="ko-KR" altLang="en-US" sz="2400" dirty="0"/>
              <a:t>글로 검색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2059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196</Words>
  <Application>Microsoft Office PowerPoint</Application>
  <PresentationFormat>와이드스크린</PresentationFormat>
  <Paragraphs>29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17주차 발표</vt:lpstr>
      <vt:lpstr>이번 주 한 일</vt:lpstr>
      <vt:lpstr>SMS 인증</vt:lpstr>
      <vt:lpstr>SMS 인증</vt:lpstr>
      <vt:lpstr>기기 권한 설정</vt:lpstr>
      <vt:lpstr>기기 권한 설정</vt:lpstr>
      <vt:lpstr>기기 권한 설정 –설정, 알림 설정 화면 개발</vt:lpstr>
      <vt:lpstr>카카오 계정으로 로그인- 회원 등록(연동/ 회원 가입)</vt:lpstr>
      <vt:lpstr>카카오 계정으로 로그인- 로그인, 로그아웃, 회원 탈퇴 검색- 팀원 : 이름, 기수, 별명으로 검색 / 게시글 : 제목, 글로 검색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현진 김</dc:creator>
  <cp:lastModifiedBy>현진 김</cp:lastModifiedBy>
  <cp:revision>1</cp:revision>
  <dcterms:created xsi:type="dcterms:W3CDTF">2024-07-25T09:22:13Z</dcterms:created>
  <dcterms:modified xsi:type="dcterms:W3CDTF">2024-07-25T11:39:26Z</dcterms:modified>
</cp:coreProperties>
</file>