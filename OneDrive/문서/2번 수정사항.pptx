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0" r:id="rId2"/>
    <p:sldId id="419" r:id="rId3"/>
    <p:sldId id="44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9D2A00-9A9C-44C4-893F-10C131AB7AFB}" v="1" dt="2024-10-25T09:56:35.1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859D2A00-9A9C-44C4-893F-10C131AB7AFB}"/>
    <pc:docChg chg="undo custSel delSld modSld">
      <pc:chgData name="현진 김" userId="75745d21e3536c0a" providerId="LiveId" clId="{859D2A00-9A9C-44C4-893F-10C131AB7AFB}" dt="2024-10-25T10:10:30.068" v="20" actId="47"/>
      <pc:docMkLst>
        <pc:docMk/>
      </pc:docMkLst>
      <pc:sldChg chg="del">
        <pc:chgData name="현진 김" userId="75745d21e3536c0a" providerId="LiveId" clId="{859D2A00-9A9C-44C4-893F-10C131AB7AFB}" dt="2024-10-25T09:36:05.326" v="0" actId="47"/>
        <pc:sldMkLst>
          <pc:docMk/>
          <pc:sldMk cId="1331307782" sldId="256"/>
        </pc:sldMkLst>
      </pc:sldChg>
      <pc:sldChg chg="del">
        <pc:chgData name="현진 김" userId="75745d21e3536c0a" providerId="LiveId" clId="{859D2A00-9A9C-44C4-893F-10C131AB7AFB}" dt="2024-10-25T09:37:18.802" v="3" actId="47"/>
        <pc:sldMkLst>
          <pc:docMk/>
          <pc:sldMk cId="564777194" sldId="394"/>
        </pc:sldMkLst>
      </pc:sldChg>
      <pc:sldChg chg="del">
        <pc:chgData name="현진 김" userId="75745d21e3536c0a" providerId="LiveId" clId="{859D2A00-9A9C-44C4-893F-10C131AB7AFB}" dt="2024-10-25T09:37:18.955" v="4" actId="47"/>
        <pc:sldMkLst>
          <pc:docMk/>
          <pc:sldMk cId="3488846767" sldId="395"/>
        </pc:sldMkLst>
      </pc:sldChg>
      <pc:sldChg chg="addSp delSp del mod">
        <pc:chgData name="현진 김" userId="75745d21e3536c0a" providerId="LiveId" clId="{859D2A00-9A9C-44C4-893F-10C131AB7AFB}" dt="2024-10-25T09:37:20.179" v="5" actId="47"/>
        <pc:sldMkLst>
          <pc:docMk/>
          <pc:sldMk cId="2388947614" sldId="396"/>
        </pc:sldMkLst>
        <pc:graphicFrameChg chg="add del">
          <ac:chgData name="현진 김" userId="75745d21e3536c0a" providerId="LiveId" clId="{859D2A00-9A9C-44C4-893F-10C131AB7AFB}" dt="2024-10-25T09:36:54.973" v="2" actId="478"/>
          <ac:graphicFrameMkLst>
            <pc:docMk/>
            <pc:sldMk cId="2388947614" sldId="396"/>
            <ac:graphicFrameMk id="5" creationId="{4B6F5EF1-4C46-039C-EEDF-4F8CE6B1463B}"/>
          </ac:graphicFrameMkLst>
        </pc:graphicFrameChg>
      </pc:sldChg>
      <pc:sldChg chg="del">
        <pc:chgData name="현진 김" userId="75745d21e3536c0a" providerId="LiveId" clId="{859D2A00-9A9C-44C4-893F-10C131AB7AFB}" dt="2024-10-25T09:37:21.538" v="6" actId="47"/>
        <pc:sldMkLst>
          <pc:docMk/>
          <pc:sldMk cId="3768286458" sldId="397"/>
        </pc:sldMkLst>
      </pc:sldChg>
      <pc:sldChg chg="modSp del mod">
        <pc:chgData name="현진 김" userId="75745d21e3536c0a" providerId="LiveId" clId="{859D2A00-9A9C-44C4-893F-10C131AB7AFB}" dt="2024-10-25T09:37:36.532" v="9" actId="47"/>
        <pc:sldMkLst>
          <pc:docMk/>
          <pc:sldMk cId="3953082022" sldId="418"/>
        </pc:sldMkLst>
        <pc:spChg chg="mod">
          <ac:chgData name="현진 김" userId="75745d21e3536c0a" providerId="LiveId" clId="{859D2A00-9A9C-44C4-893F-10C131AB7AFB}" dt="2024-10-25T09:37:34.850" v="8" actId="6549"/>
          <ac:spMkLst>
            <pc:docMk/>
            <pc:sldMk cId="3953082022" sldId="418"/>
            <ac:spMk id="3" creationId="{7D9F775A-C2B5-FA64-0297-41FD7A57E0FC}"/>
          </ac:spMkLst>
        </pc:spChg>
      </pc:sldChg>
      <pc:sldChg chg="delSp mod">
        <pc:chgData name="현진 김" userId="75745d21e3536c0a" providerId="LiveId" clId="{859D2A00-9A9C-44C4-893F-10C131AB7AFB}" dt="2024-10-25T09:46:42.637" v="11" actId="478"/>
        <pc:sldMkLst>
          <pc:docMk/>
          <pc:sldMk cId="34860957" sldId="419"/>
        </pc:sldMkLst>
        <pc:spChg chg="del">
          <ac:chgData name="현진 김" userId="75745d21e3536c0a" providerId="LiveId" clId="{859D2A00-9A9C-44C4-893F-10C131AB7AFB}" dt="2024-10-25T09:46:40.496" v="10" actId="478"/>
          <ac:spMkLst>
            <pc:docMk/>
            <pc:sldMk cId="34860957" sldId="419"/>
            <ac:spMk id="7" creationId="{8999BBE4-3B4D-4A70-CC4E-638AE534BC75}"/>
          </ac:spMkLst>
        </pc:spChg>
        <pc:spChg chg="del">
          <ac:chgData name="현진 김" userId="75745d21e3536c0a" providerId="LiveId" clId="{859D2A00-9A9C-44C4-893F-10C131AB7AFB}" dt="2024-10-25T09:46:42.637" v="11" actId="478"/>
          <ac:spMkLst>
            <pc:docMk/>
            <pc:sldMk cId="34860957" sldId="419"/>
            <ac:spMk id="8" creationId="{47E0F245-7DFD-2553-DAF7-B2C67B04D0E9}"/>
          </ac:spMkLst>
        </pc:spChg>
      </pc:sldChg>
      <pc:sldChg chg="delSp modSp del mod">
        <pc:chgData name="현진 김" userId="75745d21e3536c0a" providerId="LiveId" clId="{859D2A00-9A9C-44C4-893F-10C131AB7AFB}" dt="2024-10-25T09:56:29.509" v="17" actId="47"/>
        <pc:sldMkLst>
          <pc:docMk/>
          <pc:sldMk cId="3282663765" sldId="442"/>
        </pc:sldMkLst>
        <pc:spChg chg="del mod">
          <ac:chgData name="현진 김" userId="75745d21e3536c0a" providerId="LiveId" clId="{859D2A00-9A9C-44C4-893F-10C131AB7AFB}" dt="2024-10-25T09:56:27.897" v="16" actId="21"/>
          <ac:spMkLst>
            <pc:docMk/>
            <pc:sldMk cId="3282663765" sldId="442"/>
            <ac:spMk id="11" creationId="{E9EA11C2-5F88-8DE4-208B-6BED25EE57F7}"/>
          </ac:spMkLst>
        </pc:spChg>
      </pc:sldChg>
      <pc:sldChg chg="addSp delSp modSp del mod">
        <pc:chgData name="현진 김" userId="75745d21e3536c0a" providerId="LiveId" clId="{859D2A00-9A9C-44C4-893F-10C131AB7AFB}" dt="2024-10-25T10:10:30.068" v="20" actId="47"/>
        <pc:sldMkLst>
          <pc:docMk/>
          <pc:sldMk cId="3321357190" sldId="443"/>
        </pc:sldMkLst>
        <pc:spChg chg="del mod">
          <ac:chgData name="현진 김" userId="75745d21e3536c0a" providerId="LiveId" clId="{859D2A00-9A9C-44C4-893F-10C131AB7AFB}" dt="2024-10-25T09:56:22.799" v="15" actId="478"/>
          <ac:spMkLst>
            <pc:docMk/>
            <pc:sldMk cId="3321357190" sldId="443"/>
            <ac:spMk id="8" creationId="{F88D8AAD-8F5E-41F2-67EA-DB026F1419C6}"/>
          </ac:spMkLst>
        </pc:spChg>
        <pc:spChg chg="add mod">
          <ac:chgData name="현진 김" userId="75745d21e3536c0a" providerId="LiveId" clId="{859D2A00-9A9C-44C4-893F-10C131AB7AFB}" dt="2024-10-25T09:56:39.899" v="19" actId="1076"/>
          <ac:spMkLst>
            <pc:docMk/>
            <pc:sldMk cId="3321357190" sldId="443"/>
            <ac:spMk id="11" creationId="{E9EA11C2-5F88-8DE4-208B-6BED25EE57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2E4A5E-F43F-DE54-80F9-8C27A17C4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72F3FA-831F-58EE-24D1-34BD91B90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6F570-401F-B83E-8525-E3346FD21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FA6005-B8C9-8D13-DFD9-BC6E19364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5AF017-EF28-55A7-6D69-8D88E7BE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60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1D421-A391-7422-A1BC-CD4FB9C2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6B97E-E7E8-3DA4-B9CC-367720045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872D3D-6C96-2FBA-4311-C53A4F9A2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F18F9A-905F-EEF4-C02F-5675E54D2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C1B405-41B9-ECF1-E952-22F35051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22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16F566-ABB2-A1E6-B902-02BF93DA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E77D5F-A8AD-3677-9CB5-E1A96BA7C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91F722-BDEA-FCA9-35F5-32A62EEC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391C9F-717E-6586-86DD-32B0142F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CC4DD-FFF3-9463-2236-7C280FFC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24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942C28-4AA8-9530-B978-5BF8B249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2B41FD-35BC-5718-C74E-0FCEAAA78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36E865-6D13-0825-5875-3CAF35BAB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0B239F-5799-F43F-F7D7-71F8847E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D9184B-90F9-4F1A-54D3-DF0C0CCAA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1967CD-91D9-02D3-D7FA-50F26866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72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EE6770-99BC-A57E-C313-C0935EFCA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A57D4-009A-6994-0BE6-81B34698E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6C7E0E-8539-D796-FEE3-C65148072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3974D2-9E98-7AF0-F843-AB160F399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86C284-A5D2-60F4-3FE0-5437498AA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D10D56-22EA-7346-CB17-68DF569C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7EAE41-5681-2135-6043-A8282AA2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0B37FE-9675-6F93-657A-1DED85076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53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5FFB5-2CE9-C121-28F8-2465B58E9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55A933-AF30-77BE-A8B4-E30A8709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FCC2821-57EB-DA99-3D3F-EC81C2F60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6A9671-3725-BE90-3A80-592C5DF5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98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D2D197-533D-883A-F5D7-C6BC3E55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E3BDBD-0CC7-7E14-566A-AE2CC6E3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C11504-5A4B-9B9B-CBF5-368930B6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099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C8D45-330A-9203-1E55-D410C5402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6A16A8-4D01-FA38-418C-A7AA3D20E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C3EA49-3F7B-E827-DD0A-CA1F2FEE4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567D71-FDB7-B89A-A37B-DCB04ECC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C78D9C-5AC1-E073-6716-788E20CA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B2B928-E8C2-0EF1-E12C-4F62223F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887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A0CF8C-6B70-15C7-76E4-C17FD2B8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A09F55-CB43-009E-991A-122324FE2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46C05B-DE06-2517-85C3-BF66DF162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16D71F-BC23-32FE-0EAE-5F8F58DB4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8BDAE1-A182-2047-F288-A068DE328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5D4A4A-1723-8DCE-C458-731155C4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34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D54FB-5A1F-C69E-148C-E56DDE75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D2DBA3-5FE6-D647-FEB0-4ED68626C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70AF4D-EC03-281B-2FED-CD5223F2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8F60B9-045C-A314-6A24-B20B9DF3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E331CB-9B5D-1142-7FB7-1AD25F08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00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4FAB74C-2602-58F2-5871-34F0B4D48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8357AE-E44F-17D0-0A9E-226A4CC0B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F0401-5796-F1BE-B366-A91D3F962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9AE736-DDE1-1DCC-B988-C13718B6D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182B18-E3B4-5D9F-913D-7603993F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89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AA8E7F-9922-B5CD-38F8-E16764DA7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CD19A1-4CD4-DE4A-2FF0-9B484530F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C1E4A6-31E5-3940-B331-D8D546232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C37E4-6886-410D-B576-EE6391464068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1B1B96-2D93-3FEB-5C10-0EA43121B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9A6FC2-405B-C2ED-FAA6-D69F12AEA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39DFF3-CD00-4A77-B7A3-0A1277E5E2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46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CB1BC-7D6E-2187-9EC6-9C7296F1C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직사각형, 사각형, 스크린샷, 라인이(가) 표시된 사진&#10;&#10;자동 생성된 설명">
            <a:extLst>
              <a:ext uri="{FF2B5EF4-FFF2-40B4-BE49-F238E27FC236}">
                <a16:creationId xmlns:a16="http://schemas.microsoft.com/office/drawing/2014/main" id="{F8447596-99CC-B1C3-E943-E6CB2F0FD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54" y="-2"/>
            <a:ext cx="12346820" cy="7019779"/>
          </a:xfrm>
          <a:prstGeom prst="rect">
            <a:avLst/>
          </a:prstGeom>
        </p:spPr>
      </p:pic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F80319A-B792-CB71-F009-439DE11A14C6}"/>
              </a:ext>
            </a:extLst>
          </p:cNvPr>
          <p:cNvCxnSpPr>
            <a:cxnSpLocks/>
          </p:cNvCxnSpPr>
          <p:nvPr/>
        </p:nvCxnSpPr>
        <p:spPr>
          <a:xfrm>
            <a:off x="2371241" y="414680"/>
            <a:ext cx="6726264" cy="0"/>
          </a:xfrm>
          <a:prstGeom prst="line">
            <a:avLst/>
          </a:prstGeom>
          <a:ln w="12700">
            <a:solidFill>
              <a:srgbClr val="172C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09;p25">
            <a:extLst>
              <a:ext uri="{FF2B5EF4-FFF2-40B4-BE49-F238E27FC236}">
                <a16:creationId xmlns:a16="http://schemas.microsoft.com/office/drawing/2014/main" id="{9E8BE2B2-A6FB-AB35-4D52-29548155EFBF}"/>
              </a:ext>
            </a:extLst>
          </p:cNvPr>
          <p:cNvSpPr txBox="1"/>
          <p:nvPr/>
        </p:nvSpPr>
        <p:spPr>
          <a:xfrm>
            <a:off x="259406" y="212959"/>
            <a:ext cx="3146329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02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데이터 분석</a:t>
            </a:r>
            <a:endParaRPr lang="en-US" altLang="ko" sz="20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Nanum Gothic Coding"/>
              <a:sym typeface="Nanum Gothic Coding"/>
            </a:endParaRPr>
          </a:p>
        </p:txBody>
      </p:sp>
      <p:sp>
        <p:nvSpPr>
          <p:cNvPr id="2" name="Google Shape;109;p25">
            <a:extLst>
              <a:ext uri="{FF2B5EF4-FFF2-40B4-BE49-F238E27FC236}">
                <a16:creationId xmlns:a16="http://schemas.microsoft.com/office/drawing/2014/main" id="{1772B807-F0EA-8D67-7BFC-C2DFFCEBB2CA}"/>
              </a:ext>
            </a:extLst>
          </p:cNvPr>
          <p:cNvSpPr txBox="1"/>
          <p:nvPr/>
        </p:nvSpPr>
        <p:spPr>
          <a:xfrm>
            <a:off x="8786267" y="255461"/>
            <a:ext cx="292676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600" dirty="0">
                <a:solidFill>
                  <a:schemeClr val="bg2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AI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 모델 선정 및 학습방법</a:t>
            </a:r>
            <a:endParaRPr lang="en-US" altLang="ko" sz="1600" dirty="0">
              <a:solidFill>
                <a:schemeClr val="bg2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Nanum Gothic Coding"/>
              <a:sym typeface="Nanum Gothic Coding"/>
            </a:endParaRPr>
          </a:p>
        </p:txBody>
      </p:sp>
      <p:sp>
        <p:nvSpPr>
          <p:cNvPr id="3" name="Google Shape;109;p25">
            <a:extLst>
              <a:ext uri="{FF2B5EF4-FFF2-40B4-BE49-F238E27FC236}">
                <a16:creationId xmlns:a16="http://schemas.microsoft.com/office/drawing/2014/main" id="{9E704DCE-7288-BD07-9683-F71C19A8C1F2}"/>
              </a:ext>
            </a:extLst>
          </p:cNvPr>
          <p:cNvSpPr txBox="1"/>
          <p:nvPr/>
        </p:nvSpPr>
        <p:spPr>
          <a:xfrm>
            <a:off x="1177700" y="1142998"/>
            <a:ext cx="5683226" cy="864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3200" dirty="0">
                <a:latin typeface="G마켓 산스 Bold" panose="02000000000000000000" pitchFamily="50" charset="-127"/>
                <a:ea typeface="G마켓 산스 Bold" panose="02000000000000000000" pitchFamily="50" charset="-127"/>
                <a:cs typeface="Nanum Gothic Coding"/>
                <a:sym typeface="Nanum Gothic Coding"/>
              </a:rPr>
              <a:t>Actor-Critic </a:t>
            </a:r>
            <a:r>
              <a:rPr lang="ko-KR" altLang="en-US" sz="3200" dirty="0">
                <a:latin typeface="G마켓 산스 Bold" panose="02000000000000000000" pitchFamily="50" charset="-127"/>
                <a:ea typeface="G마켓 산스 Bold" panose="02000000000000000000" pitchFamily="50" charset="-127"/>
                <a:cs typeface="Nanum Gothic Coding"/>
                <a:sym typeface="Nanum Gothic Coding"/>
              </a:rPr>
              <a:t>알고리즘 선택</a:t>
            </a:r>
            <a:endParaRPr lang="en-US" altLang="ko" sz="3200" dirty="0">
              <a:latin typeface="G마켓 산스 Bold" panose="02000000000000000000" pitchFamily="50" charset="-127"/>
              <a:ea typeface="G마켓 산스 Bold" panose="02000000000000000000" pitchFamily="50" charset="-127"/>
              <a:cs typeface="Nanum Gothic Coding"/>
              <a:sym typeface="Nanum Gothic Coding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D754971C-5B10-834F-97F7-7224B8DC5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488"/>
          <a:stretch/>
        </p:blipFill>
        <p:spPr bwMode="auto">
          <a:xfrm>
            <a:off x="556010" y="1120053"/>
            <a:ext cx="919221" cy="910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92B1B3-D917-68D5-8F41-7B6AAA292948}"/>
              </a:ext>
            </a:extLst>
          </p:cNvPr>
          <p:cNvSpPr txBox="1"/>
          <p:nvPr/>
        </p:nvSpPr>
        <p:spPr>
          <a:xfrm>
            <a:off x="1475231" y="2773739"/>
            <a:ext cx="807057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n-US" altLang="ko-KR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Step 1. Actor </a:t>
            </a:r>
            <a:r>
              <a:rPr lang="ko-KR" altLang="en-US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는 정책 함수를 학습하고 현재 상태를 바탕으로 행동을 선택한다</a:t>
            </a:r>
            <a:endParaRPr lang="ko-KR" alt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ko-KR" altLang="en-US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*정책함수</a:t>
            </a:r>
            <a:r>
              <a:rPr lang="en-US" altLang="ko-KR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: </a:t>
            </a:r>
            <a:r>
              <a:rPr lang="ko-KR" altLang="en-US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상태에 따라 행동을 선택할 확률을 반환하는 함수 </a:t>
            </a:r>
            <a:endParaRPr lang="ko-KR" alt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br>
              <a:rPr lang="ko-KR" altLang="en-US" b="0" dirty="0">
                <a:effectLst/>
              </a:rPr>
            </a:br>
            <a:r>
              <a:rPr lang="en-US" altLang="ko-KR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Step 2. Critic</a:t>
            </a:r>
            <a:r>
              <a:rPr lang="ko-KR" altLang="en-US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은 미리 정해진 보상 점수를 기반으로 행동을 평가한다 </a:t>
            </a:r>
            <a:r>
              <a:rPr lang="en-US" altLang="ko-KR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(</a:t>
            </a:r>
            <a:r>
              <a:rPr lang="ko-KR" altLang="en-US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긍정적 보상 혹은 </a:t>
            </a:r>
            <a:r>
              <a:rPr lang="ko-KR" altLang="en-US" sz="1800" b="1" i="0" u="none" strike="noStrike" dirty="0" err="1">
                <a:solidFill>
                  <a:srgbClr val="002F4A"/>
                </a:solidFill>
                <a:effectLst/>
                <a:latin typeface="Nanum Gothic Coding"/>
              </a:rPr>
              <a:t>패널티</a:t>
            </a:r>
            <a:r>
              <a:rPr lang="ko-KR" altLang="en-US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 부여</a:t>
            </a:r>
            <a:r>
              <a:rPr lang="en-US" altLang="ko-KR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)</a:t>
            </a:r>
            <a:endParaRPr lang="ko-KR" alt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br>
              <a:rPr lang="ko-KR" altLang="en-US" b="0" dirty="0">
                <a:effectLst/>
              </a:rPr>
            </a:br>
            <a:r>
              <a:rPr lang="en-US" altLang="ko-KR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Step 3. </a:t>
            </a:r>
            <a:r>
              <a:rPr lang="ko-KR" altLang="en-US" sz="1800" b="1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피드백을 기반으로 행동을 선택하는 정책을 수정한다 </a:t>
            </a:r>
            <a:endParaRPr lang="ko-KR" altLang="en-US" b="0" dirty="0">
              <a:effectLst/>
            </a:endParaRPr>
          </a:p>
          <a:p>
            <a:br>
              <a:rPr lang="ko-KR" altLang="en-US" dirty="0"/>
            </a:b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3D4EA13-733E-86F1-7C63-0794236EFAD5}"/>
              </a:ext>
            </a:extLst>
          </p:cNvPr>
          <p:cNvSpPr/>
          <p:nvPr/>
        </p:nvSpPr>
        <p:spPr>
          <a:xfrm>
            <a:off x="0" y="212960"/>
            <a:ext cx="12182784" cy="6645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C7C38B-C6BC-5664-8006-39DEC5318729}"/>
              </a:ext>
            </a:extLst>
          </p:cNvPr>
          <p:cNvSpPr txBox="1"/>
          <p:nvPr/>
        </p:nvSpPr>
        <p:spPr>
          <a:xfrm>
            <a:off x="5619750" y="94178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슬라이드 추가 </a:t>
            </a:r>
          </a:p>
        </p:txBody>
      </p:sp>
    </p:spTree>
    <p:extLst>
      <p:ext uri="{BB962C8B-B14F-4D97-AF65-F5344CB8AC3E}">
        <p14:creationId xmlns:p14="http://schemas.microsoft.com/office/powerpoint/2010/main" val="246682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E7758-5F20-8D03-9038-B3E23E584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직사각형, 사각형, 스크린샷, 라인이(가) 표시된 사진&#10;&#10;자동 생성된 설명">
            <a:extLst>
              <a:ext uri="{FF2B5EF4-FFF2-40B4-BE49-F238E27FC236}">
                <a16:creationId xmlns:a16="http://schemas.microsoft.com/office/drawing/2014/main" id="{11C4EB37-FD43-6EF3-9CD4-6563EA952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54" y="-2"/>
            <a:ext cx="12346820" cy="7019779"/>
          </a:xfrm>
          <a:prstGeom prst="rect">
            <a:avLst/>
          </a:prstGeom>
        </p:spPr>
      </p:pic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2B02EA9F-8AD3-3D1A-4F95-C3F411BFC485}"/>
              </a:ext>
            </a:extLst>
          </p:cNvPr>
          <p:cNvCxnSpPr>
            <a:cxnSpLocks/>
          </p:cNvCxnSpPr>
          <p:nvPr/>
        </p:nvCxnSpPr>
        <p:spPr>
          <a:xfrm>
            <a:off x="2371241" y="414680"/>
            <a:ext cx="6726264" cy="0"/>
          </a:xfrm>
          <a:prstGeom prst="line">
            <a:avLst/>
          </a:prstGeom>
          <a:ln w="12700">
            <a:solidFill>
              <a:srgbClr val="172C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09;p25">
            <a:extLst>
              <a:ext uri="{FF2B5EF4-FFF2-40B4-BE49-F238E27FC236}">
                <a16:creationId xmlns:a16="http://schemas.microsoft.com/office/drawing/2014/main" id="{2A8B573E-0519-EF53-5560-9BA22403D000}"/>
              </a:ext>
            </a:extLst>
          </p:cNvPr>
          <p:cNvSpPr txBox="1"/>
          <p:nvPr/>
        </p:nvSpPr>
        <p:spPr>
          <a:xfrm>
            <a:off x="259406" y="212959"/>
            <a:ext cx="3146329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02 </a:t>
            </a:r>
            <a:r>
              <a:rPr lang="ko-KR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데이터 분석</a:t>
            </a:r>
            <a:endParaRPr lang="en-US" altLang="ko" sz="2000" dirty="0">
              <a:solidFill>
                <a:schemeClr val="tx1">
                  <a:lumMod val="75000"/>
                  <a:lumOff val="2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Nanum Gothic Coding"/>
              <a:sym typeface="Nanum Gothic Coding"/>
            </a:endParaRPr>
          </a:p>
        </p:txBody>
      </p:sp>
      <p:sp>
        <p:nvSpPr>
          <p:cNvPr id="2" name="Google Shape;109;p25">
            <a:extLst>
              <a:ext uri="{FF2B5EF4-FFF2-40B4-BE49-F238E27FC236}">
                <a16:creationId xmlns:a16="http://schemas.microsoft.com/office/drawing/2014/main" id="{3B2D1E39-BF4E-ECB3-8448-9AC0FF0D6653}"/>
              </a:ext>
            </a:extLst>
          </p:cNvPr>
          <p:cNvSpPr txBox="1"/>
          <p:nvPr/>
        </p:nvSpPr>
        <p:spPr>
          <a:xfrm>
            <a:off x="8786267" y="255461"/>
            <a:ext cx="292676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" sz="1600" dirty="0">
                <a:solidFill>
                  <a:schemeClr val="bg2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AI</a:t>
            </a:r>
            <a:r>
              <a:rPr lang="ko-KR" altLang="en-US" sz="1600" dirty="0">
                <a:solidFill>
                  <a:schemeClr val="bg2">
                    <a:lumMod val="75000"/>
                  </a:schemeClr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 모델 선정 및 학습방법</a:t>
            </a:r>
            <a:endParaRPr lang="en-US" altLang="ko" sz="1600" dirty="0">
              <a:solidFill>
                <a:schemeClr val="bg2">
                  <a:lumMod val="75000"/>
                </a:schemeClr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Nanum Gothic Coding"/>
              <a:sym typeface="Nanum Gothic Coding"/>
            </a:endParaRPr>
          </a:p>
        </p:txBody>
      </p:sp>
      <p:sp>
        <p:nvSpPr>
          <p:cNvPr id="10" name="Google Shape;272;p41">
            <a:extLst>
              <a:ext uri="{FF2B5EF4-FFF2-40B4-BE49-F238E27FC236}">
                <a16:creationId xmlns:a16="http://schemas.microsoft.com/office/drawing/2014/main" id="{FD783022-8FF9-C97E-E766-2225F4E9ED4A}"/>
              </a:ext>
            </a:extLst>
          </p:cNvPr>
          <p:cNvSpPr txBox="1"/>
          <p:nvPr/>
        </p:nvSpPr>
        <p:spPr>
          <a:xfrm>
            <a:off x="2600979" y="5043363"/>
            <a:ext cx="7125953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11662" algn="ctr">
              <a:buClr>
                <a:schemeClr val="dk1"/>
              </a:buClr>
              <a:buSzPts val="1100"/>
            </a:pP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사용자의 개인 데이터 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(</a:t>
            </a: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키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, </a:t>
            </a: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체중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, </a:t>
            </a:r>
            <a:r>
              <a:rPr lang="ko-KR" altLang="en-US" sz="28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나이 등</a:t>
            </a:r>
            <a:r>
              <a:rPr lang="en-US" altLang="ko-KR" sz="2800" dirty="0"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)</a:t>
            </a:r>
            <a:endParaRPr lang="ko-KR" altLang="en-US" sz="2800" dirty="0">
              <a:latin typeface="G마켓 산스 Medium" panose="02000000000000000000" pitchFamily="50" charset="-127"/>
              <a:ea typeface="G마켓 산스 Medium" panose="02000000000000000000" pitchFamily="50" charset="-127"/>
              <a:cs typeface="Nanum Gothic Coding"/>
              <a:sym typeface="Nanum Gothic Coding"/>
            </a:endParaRPr>
          </a:p>
        </p:txBody>
      </p:sp>
      <p:sp>
        <p:nvSpPr>
          <p:cNvPr id="12" name="Google Shape;304;p44">
            <a:extLst>
              <a:ext uri="{FF2B5EF4-FFF2-40B4-BE49-F238E27FC236}">
                <a16:creationId xmlns:a16="http://schemas.microsoft.com/office/drawing/2014/main" id="{F9ACE6C8-6681-9058-13B8-D9729EE91664}"/>
              </a:ext>
            </a:extLst>
          </p:cNvPr>
          <p:cNvSpPr txBox="1"/>
          <p:nvPr/>
        </p:nvSpPr>
        <p:spPr>
          <a:xfrm>
            <a:off x="-9454" y="5594070"/>
            <a:ext cx="1194314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203195" algn="ctr">
              <a:buClr>
                <a:schemeClr val="accent1"/>
              </a:buClr>
              <a:buSzPts val="1200"/>
            </a:pP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  <a:cs typeface="Nanum Gothic Coding"/>
                <a:sym typeface="Nanum Gothic Coding"/>
              </a:rPr>
              <a:t>개인 맞춤형 러닝 코스 생성을 위해</a:t>
            </a:r>
            <a:endParaRPr lang="en-US" altLang="ko-KR" sz="2200" dirty="0">
              <a:solidFill>
                <a:schemeClr val="tx1">
                  <a:lumMod val="65000"/>
                  <a:lumOff val="35000"/>
                </a:schemeClr>
              </a:solidFill>
              <a:latin typeface="나눔바른고딕OTF Light" panose="02000303000000000000" pitchFamily="50" charset="-127"/>
              <a:ea typeface="나눔바른고딕OTF Light" panose="02000303000000000000" pitchFamily="50" charset="-127"/>
              <a:cs typeface="Nanum Gothic Coding"/>
              <a:sym typeface="Nanum Gothic Coding"/>
            </a:endParaRPr>
          </a:p>
          <a:p>
            <a:pPr marL="203195" algn="ctr">
              <a:buClr>
                <a:schemeClr val="accent1"/>
              </a:buClr>
              <a:buSzPts val="1200"/>
            </a:pP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  <a:cs typeface="Nanum Gothic Coding"/>
                <a:sym typeface="Nanum Gothic Coding"/>
              </a:rPr>
              <a:t>사용자로부터 기본적인 키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  <a:cs typeface="Nanum Gothic Coding"/>
                <a:sym typeface="Nanum Gothic Coding"/>
              </a:rPr>
              <a:t>, 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  <a:cs typeface="Nanum Gothic Coding"/>
                <a:sym typeface="Nanum Gothic Coding"/>
              </a:rPr>
              <a:t>체중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  <a:cs typeface="Nanum Gothic Coding"/>
                <a:sym typeface="Nanum Gothic Coding"/>
              </a:rPr>
              <a:t>, </a:t>
            </a:r>
            <a:r>
              <a:rPr lang="ko-KR" alt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  <a:cs typeface="Nanum Gothic Coding"/>
                <a:sym typeface="Nanum Gothic Coding"/>
              </a:rPr>
              <a:t>나이 등을 수집합니다</a:t>
            </a:r>
            <a:r>
              <a:rPr lang="en-US" altLang="ko-KR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나눔바른고딕OTF Light" panose="02000303000000000000" pitchFamily="50" charset="-127"/>
                <a:ea typeface="나눔바른고딕OTF Light" panose="02000303000000000000" pitchFamily="50" charset="-127"/>
                <a:cs typeface="Nanum Gothic Coding"/>
                <a:sym typeface="Nanum Gothic Coding"/>
              </a:rPr>
              <a:t>. </a:t>
            </a:r>
            <a:endParaRPr sz="2200" dirty="0">
              <a:solidFill>
                <a:schemeClr val="tx1">
                  <a:lumMod val="65000"/>
                  <a:lumOff val="35000"/>
                </a:schemeClr>
              </a:solidFill>
              <a:latin typeface="나눔바른고딕OTF Light" panose="02000303000000000000" pitchFamily="50" charset="-127"/>
              <a:ea typeface="나눔바른고딕OTF Light" panose="02000303000000000000" pitchFamily="50" charset="-127"/>
              <a:cs typeface="Nanum Gothic Coding"/>
              <a:sym typeface="Nanum Gothic Coding"/>
            </a:endParaRPr>
          </a:p>
        </p:txBody>
      </p:sp>
      <p:sp>
        <p:nvSpPr>
          <p:cNvPr id="13" name="Google Shape;109;p25">
            <a:extLst>
              <a:ext uri="{FF2B5EF4-FFF2-40B4-BE49-F238E27FC236}">
                <a16:creationId xmlns:a16="http://schemas.microsoft.com/office/drawing/2014/main" id="{BF7287BA-1E92-AB48-7FCE-6F773B35ADBB}"/>
              </a:ext>
            </a:extLst>
          </p:cNvPr>
          <p:cNvSpPr txBox="1"/>
          <p:nvPr/>
        </p:nvSpPr>
        <p:spPr>
          <a:xfrm>
            <a:off x="610199" y="954284"/>
            <a:ext cx="1835301" cy="46163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상태 </a:t>
            </a:r>
            <a:r>
              <a:rPr lang="en-US" altLang="ko-KR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  <a:cs typeface="Nanum Gothic Coding"/>
                <a:sym typeface="Nanum Gothic Coding"/>
              </a:rPr>
              <a:t>(State)</a:t>
            </a:r>
            <a:endParaRPr lang="en-US" altLang="ko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  <a:cs typeface="Nanum Gothic Coding"/>
              <a:sym typeface="Nanum Gothic Coding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FA30875-2B00-750B-DC84-F81B38F49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217" y="1476103"/>
            <a:ext cx="3528310" cy="3528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C24964-A2E8-961C-CBCE-121AE800AE34}"/>
              </a:ext>
            </a:extLst>
          </p:cNvPr>
          <p:cNvSpPr txBox="1"/>
          <p:nvPr/>
        </p:nvSpPr>
        <p:spPr>
          <a:xfrm>
            <a:off x="6321503" y="2636058"/>
            <a:ext cx="29267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키</a:t>
            </a:r>
            <a:r>
              <a:rPr lang="en-US" altLang="ko-KR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: 173cm  </a:t>
            </a:r>
            <a:endParaRPr lang="ko-KR" altLang="en-US" b="0" dirty="0">
              <a:effectLst/>
            </a:endParaRP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체중</a:t>
            </a:r>
            <a:r>
              <a:rPr lang="en-US" altLang="ko-KR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: 60kg </a:t>
            </a:r>
            <a:endParaRPr lang="ko-KR" altLang="en-US" b="0" dirty="0">
              <a:effectLst/>
            </a:endParaRPr>
          </a:p>
          <a:p>
            <a:pPr marL="457200" rtl="0">
              <a:spcBef>
                <a:spcPts val="0"/>
              </a:spcBef>
              <a:spcAft>
                <a:spcPts val="0"/>
              </a:spcAft>
            </a:pP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나이</a:t>
            </a:r>
            <a:r>
              <a:rPr lang="en-US" altLang="ko-KR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: 30 </a:t>
            </a:r>
            <a:endParaRPr lang="ko-KR" altLang="en-US" b="0" dirty="0">
              <a:effectLst/>
            </a:endParaRPr>
          </a:p>
          <a:p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6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3ADA3-18E7-EE36-4F82-58686A909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7EF1AF0-CDDE-1043-0A5D-6EB221912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25131" cy="6858000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308CBC6-F234-6A2E-56E1-F1BEA3C7185C}"/>
              </a:ext>
            </a:extLst>
          </p:cNvPr>
          <p:cNvSpPr/>
          <p:nvPr/>
        </p:nvSpPr>
        <p:spPr>
          <a:xfrm>
            <a:off x="0" y="212960"/>
            <a:ext cx="12182784" cy="664504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FE497A-14AD-B07E-23DD-B6E5C79F093B}"/>
              </a:ext>
            </a:extLst>
          </p:cNvPr>
          <p:cNvSpPr txBox="1"/>
          <p:nvPr/>
        </p:nvSpPr>
        <p:spPr>
          <a:xfrm>
            <a:off x="8540456" y="8100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슬라이드 추가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E96C29-ECC1-A9EC-92C8-FA35693EFA33}"/>
              </a:ext>
            </a:extLst>
          </p:cNvPr>
          <p:cNvSpPr txBox="1"/>
          <p:nvPr/>
        </p:nvSpPr>
        <p:spPr>
          <a:xfrm>
            <a:off x="-42346" y="6858000"/>
            <a:ext cx="12267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편의시설에 대한 데이터 갱신이 필요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러닝 도로 생성시</a:t>
            </a:r>
            <a:r>
              <a:rPr lang="en-US" altLang="ko-KR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, “</a:t>
            </a: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러닝 가능한 </a:t>
            </a:r>
            <a:r>
              <a:rPr lang="ko-KR" altLang="en-US" sz="1800" b="0" i="0" u="none" strike="noStrike" dirty="0" err="1">
                <a:solidFill>
                  <a:srgbClr val="002F4A"/>
                </a:solidFill>
                <a:effectLst/>
                <a:latin typeface="Nanum Gothic Coding"/>
              </a:rPr>
              <a:t>도로”의</a:t>
            </a: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 구분이 애매함</a:t>
            </a:r>
            <a:r>
              <a:rPr lang="en-US" altLang="ko-KR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. </a:t>
            </a: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보행이 가능한 도로에서 러닝이 가능하지만 골목길에서 러닝 시 일반 통행자와의 접촉 사고 가능성이 있으므로 주의 필요함</a:t>
            </a:r>
            <a:r>
              <a:rPr lang="en-US" altLang="ko-KR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. 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사고 다발 지역을 피하는 것은 사고 예방 차원에서 중요하지만 </a:t>
            </a:r>
            <a:b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</a:b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사고는 </a:t>
            </a:r>
            <a:r>
              <a:rPr lang="en-US" altLang="ko-KR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100% </a:t>
            </a:r>
            <a:r>
              <a:rPr lang="ko-KR" altLang="en-US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예상할 수 없기 때문에 사고다발 지역만으로 위험점수를 매기는 것에 한계가 있음</a:t>
            </a:r>
            <a:r>
              <a:rPr lang="en-US" altLang="ko-KR" sz="1800" b="0" i="0" u="none" strike="noStrike" dirty="0">
                <a:solidFill>
                  <a:srgbClr val="002F4A"/>
                </a:solidFill>
                <a:effectLst/>
                <a:latin typeface="Nanum Gothic Coding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1375857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178</Words>
  <Application>Microsoft Office PowerPoint</Application>
  <PresentationFormat>와이드스크린</PresentationFormat>
  <Paragraphs>23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G마켓 산스 Bold</vt:lpstr>
      <vt:lpstr>G마켓 산스 Medium</vt:lpstr>
      <vt:lpstr>Nanum Gothic Coding</vt:lpstr>
      <vt:lpstr>나눔바른고딕OTF Light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현진 김</dc:creator>
  <cp:lastModifiedBy>현진 김</cp:lastModifiedBy>
  <cp:revision>1</cp:revision>
  <dcterms:created xsi:type="dcterms:W3CDTF">2024-10-25T09:16:35Z</dcterms:created>
  <dcterms:modified xsi:type="dcterms:W3CDTF">2024-10-25T10:10:38Z</dcterms:modified>
</cp:coreProperties>
</file>