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415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60532-D72A-4E55-BF5A-D9BE187FF86E}" v="23" dt="2024-06-06T09:42:06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AC060532-D72A-4E55-BF5A-D9BE187FF86E}"/>
    <pc:docChg chg="undo custSel addSld delSld modSld">
      <pc:chgData name="현진 김" userId="75745d21e3536c0a" providerId="LiveId" clId="{AC060532-D72A-4E55-BF5A-D9BE187FF86E}" dt="2024-06-06T09:45:40.553" v="2146" actId="1076"/>
      <pc:docMkLst>
        <pc:docMk/>
      </pc:docMkLst>
      <pc:sldChg chg="modSp mod">
        <pc:chgData name="현진 김" userId="75745d21e3536c0a" providerId="LiveId" clId="{AC060532-D72A-4E55-BF5A-D9BE187FF86E}" dt="2024-06-06T09:36:37.960" v="1538" actId="1076"/>
        <pc:sldMkLst>
          <pc:docMk/>
          <pc:sldMk cId="1519374749" sldId="256"/>
        </pc:sldMkLst>
        <pc:spChg chg="mod">
          <ac:chgData name="현진 김" userId="75745d21e3536c0a" providerId="LiveId" clId="{AC060532-D72A-4E55-BF5A-D9BE187FF86E}" dt="2024-06-06T09:36:37.960" v="1538" actId="1076"/>
          <ac:spMkLst>
            <pc:docMk/>
            <pc:sldMk cId="1519374749" sldId="256"/>
            <ac:spMk id="2" creationId="{1694D4AA-CC4C-FA57-8B04-B2203C056AB6}"/>
          </ac:spMkLst>
        </pc:spChg>
        <pc:spChg chg="mod">
          <ac:chgData name="현진 김" userId="75745d21e3536c0a" providerId="LiveId" clId="{AC060532-D72A-4E55-BF5A-D9BE187FF86E}" dt="2024-06-06T09:36:10.233" v="1478" actId="1076"/>
          <ac:spMkLst>
            <pc:docMk/>
            <pc:sldMk cId="1519374749" sldId="256"/>
            <ac:spMk id="3" creationId="{6988D4FA-27F1-2086-DE40-7DEC41B4083F}"/>
          </ac:spMkLst>
        </pc:spChg>
      </pc:sldChg>
      <pc:sldChg chg="addSp delSp modSp del mod">
        <pc:chgData name="현진 김" userId="75745d21e3536c0a" providerId="LiveId" clId="{AC060532-D72A-4E55-BF5A-D9BE187FF86E}" dt="2024-05-31T10:02:55.580" v="647" actId="47"/>
        <pc:sldMkLst>
          <pc:docMk/>
          <pc:sldMk cId="100217181" sldId="257"/>
        </pc:sldMkLst>
        <pc:spChg chg="mod">
          <ac:chgData name="현진 김" userId="75745d21e3536c0a" providerId="LiveId" clId="{AC060532-D72A-4E55-BF5A-D9BE187FF86E}" dt="2024-05-31T06:20:31.374" v="75"/>
          <ac:spMkLst>
            <pc:docMk/>
            <pc:sldMk cId="100217181" sldId="257"/>
            <ac:spMk id="3" creationId="{6B9CEE59-0D9F-0158-1E64-92738F998D6E}"/>
          </ac:spMkLst>
        </pc:spChg>
        <pc:spChg chg="add mod">
          <ac:chgData name="현진 김" userId="75745d21e3536c0a" providerId="LiveId" clId="{AC060532-D72A-4E55-BF5A-D9BE187FF86E}" dt="2024-05-31T06:09:41.285" v="1" actId="1076"/>
          <ac:spMkLst>
            <pc:docMk/>
            <pc:sldMk cId="100217181" sldId="257"/>
            <ac:spMk id="15" creationId="{7B04E360-C98B-4B47-4CF1-E64B3334FB18}"/>
          </ac:spMkLst>
        </pc:spChg>
        <pc:spChg chg="add mod">
          <ac:chgData name="현진 김" userId="75745d21e3536c0a" providerId="LiveId" clId="{AC060532-D72A-4E55-BF5A-D9BE187FF86E}" dt="2024-05-31T06:10:36.104" v="3" actId="1076"/>
          <ac:spMkLst>
            <pc:docMk/>
            <pc:sldMk cId="100217181" sldId="257"/>
            <ac:spMk id="16" creationId="{59E69B75-C0CD-5C85-BAC9-758BA6EB85F9}"/>
          </ac:spMkLst>
        </pc:spChg>
        <pc:spChg chg="add mod">
          <ac:chgData name="현진 김" userId="75745d21e3536c0a" providerId="LiveId" clId="{AC060532-D72A-4E55-BF5A-D9BE187FF86E}" dt="2024-05-31T06:10:51.330" v="10" actId="14100"/>
          <ac:spMkLst>
            <pc:docMk/>
            <pc:sldMk cId="100217181" sldId="257"/>
            <ac:spMk id="17" creationId="{10ADAF22-598A-9966-0FCB-FF2D15809694}"/>
          </ac:spMkLst>
        </pc:spChg>
        <pc:spChg chg="add del mod">
          <ac:chgData name="현진 김" userId="75745d21e3536c0a" providerId="LiveId" clId="{AC060532-D72A-4E55-BF5A-D9BE187FF86E}" dt="2024-05-31T06:10:55.339" v="13" actId="478"/>
          <ac:spMkLst>
            <pc:docMk/>
            <pc:sldMk cId="100217181" sldId="257"/>
            <ac:spMk id="18" creationId="{D64475BC-DFDC-A708-14FE-CF1B4033E23D}"/>
          </ac:spMkLst>
        </pc:spChg>
        <pc:spChg chg="add mod">
          <ac:chgData name="현진 김" userId="75745d21e3536c0a" providerId="LiveId" clId="{AC060532-D72A-4E55-BF5A-D9BE187FF86E}" dt="2024-05-31T06:20:14.357" v="68" actId="1076"/>
          <ac:spMkLst>
            <pc:docMk/>
            <pc:sldMk cId="100217181" sldId="257"/>
            <ac:spMk id="36" creationId="{6984D4C3-76B4-89BA-F8BF-4FF5DD41F99D}"/>
          </ac:spMkLst>
        </pc:spChg>
        <pc:spChg chg="add mod">
          <ac:chgData name="현진 김" userId="75745d21e3536c0a" providerId="LiveId" clId="{AC060532-D72A-4E55-BF5A-D9BE187FF86E}" dt="2024-05-31T06:20:53.065" v="122" actId="1076"/>
          <ac:spMkLst>
            <pc:docMk/>
            <pc:sldMk cId="100217181" sldId="257"/>
            <ac:spMk id="39" creationId="{D5BEB68C-BD8C-EA9C-AB2F-234035AF4C0E}"/>
          </ac:spMkLst>
        </pc:spChg>
        <pc:cxnChg chg="add mod">
          <ac:chgData name="현진 김" userId="75745d21e3536c0a" providerId="LiveId" clId="{AC060532-D72A-4E55-BF5A-D9BE187FF86E}" dt="2024-05-31T06:11:50.092" v="30" actId="14100"/>
          <ac:cxnSpMkLst>
            <pc:docMk/>
            <pc:sldMk cId="100217181" sldId="257"/>
            <ac:cxnSpMk id="20" creationId="{20B34B3E-CCAE-E523-A537-A1A403AAC9D2}"/>
          </ac:cxnSpMkLst>
        </pc:cxnChg>
        <pc:cxnChg chg="add mod">
          <ac:chgData name="현진 김" userId="75745d21e3536c0a" providerId="LiveId" clId="{AC060532-D72A-4E55-BF5A-D9BE187FF86E}" dt="2024-05-31T06:11:16.615" v="19" actId="14100"/>
          <ac:cxnSpMkLst>
            <pc:docMk/>
            <pc:sldMk cId="100217181" sldId="257"/>
            <ac:cxnSpMk id="21" creationId="{99AE7912-7338-AF17-EFAD-67A98493EE3E}"/>
          </ac:cxnSpMkLst>
        </pc:cxnChg>
        <pc:cxnChg chg="add mod">
          <ac:chgData name="현진 김" userId="75745d21e3536c0a" providerId="LiveId" clId="{AC060532-D72A-4E55-BF5A-D9BE187FF86E}" dt="2024-05-31T06:11:41.957" v="28" actId="14100"/>
          <ac:cxnSpMkLst>
            <pc:docMk/>
            <pc:sldMk cId="100217181" sldId="257"/>
            <ac:cxnSpMk id="24" creationId="{93B3D179-5CA3-F988-2908-24E9D1608D48}"/>
          </ac:cxnSpMkLst>
        </pc:cxnChg>
        <pc:cxnChg chg="add mod">
          <ac:chgData name="현진 김" userId="75745d21e3536c0a" providerId="LiveId" clId="{AC060532-D72A-4E55-BF5A-D9BE187FF86E}" dt="2024-05-31T06:11:53.708" v="31" actId="14100"/>
          <ac:cxnSpMkLst>
            <pc:docMk/>
            <pc:sldMk cId="100217181" sldId="257"/>
            <ac:cxnSpMk id="25" creationId="{2FFF74D4-D7CA-D21A-EFDC-11B3F729A80A}"/>
          </ac:cxnSpMkLst>
        </pc:cxnChg>
        <pc:cxnChg chg="add mod">
          <ac:chgData name="현진 김" userId="75745d21e3536c0a" providerId="LiveId" clId="{AC060532-D72A-4E55-BF5A-D9BE187FF86E}" dt="2024-05-31T06:21:08.058" v="123" actId="693"/>
          <ac:cxnSpMkLst>
            <pc:docMk/>
            <pc:sldMk cId="100217181" sldId="257"/>
            <ac:cxnSpMk id="37" creationId="{77E84C99-DCB3-10D7-2C7D-A81698DC55E8}"/>
          </ac:cxnSpMkLst>
        </pc:cxnChg>
      </pc:sldChg>
      <pc:sldChg chg="addSp delSp modSp new del mod">
        <pc:chgData name="현진 김" userId="75745d21e3536c0a" providerId="LiveId" clId="{AC060532-D72A-4E55-BF5A-D9BE187FF86E}" dt="2024-06-05T09:45:37.675" v="651" actId="47"/>
        <pc:sldMkLst>
          <pc:docMk/>
          <pc:sldMk cId="1431094514" sldId="258"/>
        </pc:sldMkLst>
        <pc:spChg chg="del">
          <ac:chgData name="현진 김" userId="75745d21e3536c0a" providerId="LiveId" clId="{AC060532-D72A-4E55-BF5A-D9BE187FF86E}" dt="2024-05-31T13:03:44.768" v="648" actId="478"/>
          <ac:spMkLst>
            <pc:docMk/>
            <pc:sldMk cId="1431094514" sldId="258"/>
            <ac:spMk id="2" creationId="{99B61687-A565-B60F-52AC-6395D5BF9AF3}"/>
          </ac:spMkLst>
        </pc:spChg>
        <pc:spChg chg="del">
          <ac:chgData name="현진 김" userId="75745d21e3536c0a" providerId="LiveId" clId="{AC060532-D72A-4E55-BF5A-D9BE187FF86E}" dt="2024-05-31T13:03:44.768" v="648" actId="478"/>
          <ac:spMkLst>
            <pc:docMk/>
            <pc:sldMk cId="1431094514" sldId="258"/>
            <ac:spMk id="3" creationId="{EAA73B93-F57F-D3EE-5022-A48006411578}"/>
          </ac:spMkLst>
        </pc:spChg>
        <pc:picChg chg="add mod">
          <ac:chgData name="현진 김" userId="75745d21e3536c0a" providerId="LiveId" clId="{AC060532-D72A-4E55-BF5A-D9BE187FF86E}" dt="2024-06-05T09:45:32.160" v="649"/>
          <ac:picMkLst>
            <pc:docMk/>
            <pc:sldMk cId="1431094514" sldId="258"/>
            <ac:picMk id="2" creationId="{C6768DD3-36CE-1389-1D48-7DE8EEC19314}"/>
          </ac:picMkLst>
        </pc:picChg>
        <pc:picChg chg="add mod">
          <ac:chgData name="현진 김" userId="75745d21e3536c0a" providerId="LiveId" clId="{AC060532-D72A-4E55-BF5A-D9BE187FF86E}" dt="2024-06-05T09:45:35.550" v="650"/>
          <ac:picMkLst>
            <pc:docMk/>
            <pc:sldMk cId="1431094514" sldId="258"/>
            <ac:picMk id="3" creationId="{2A7D357E-0B34-495E-52D3-B2BED78D0BF3}"/>
          </ac:picMkLst>
        </pc:picChg>
      </pc:sldChg>
      <pc:sldChg chg="addSp delSp modSp add mod">
        <pc:chgData name="현진 김" userId="75745d21e3536c0a" providerId="LiveId" clId="{AC060532-D72A-4E55-BF5A-D9BE187FF86E}" dt="2024-06-06T09:42:04.994" v="1597" actId="21"/>
        <pc:sldMkLst>
          <pc:docMk/>
          <pc:sldMk cId="1848942011" sldId="259"/>
        </pc:sldMkLst>
        <pc:spChg chg="mod">
          <ac:chgData name="현진 김" userId="75745d21e3536c0a" providerId="LiveId" clId="{AC060532-D72A-4E55-BF5A-D9BE187FF86E}" dt="2024-06-06T09:36:50.385" v="1542" actId="20577"/>
          <ac:spMkLst>
            <pc:docMk/>
            <pc:sldMk cId="1848942011" sldId="259"/>
            <ac:spMk id="2" creationId="{0013D9AA-2139-1DC8-A598-F20AF9EC90DC}"/>
          </ac:spMkLst>
        </pc:spChg>
        <pc:spChg chg="mod">
          <ac:chgData name="현진 김" userId="75745d21e3536c0a" providerId="LiveId" clId="{AC060532-D72A-4E55-BF5A-D9BE187FF86E}" dt="2024-06-06T09:36:46.326" v="1539" actId="21"/>
          <ac:spMkLst>
            <pc:docMk/>
            <pc:sldMk cId="1848942011" sldId="259"/>
            <ac:spMk id="3" creationId="{6B9CEE59-0D9F-0158-1E64-92738F998D6E}"/>
          </ac:spMkLst>
        </pc:spChg>
        <pc:spChg chg="add del mod">
          <ac:chgData name="현진 김" userId="75745d21e3536c0a" providerId="LiveId" clId="{AC060532-D72A-4E55-BF5A-D9BE187FF86E}" dt="2024-06-06T09:42:04.994" v="1597" actId="21"/>
          <ac:spMkLst>
            <pc:docMk/>
            <pc:sldMk cId="1848942011" sldId="259"/>
            <ac:spMk id="10" creationId="{FC8CF5FB-143A-CEBA-4ACC-57015B726FE4}"/>
          </ac:spMkLst>
        </pc:spChg>
        <pc:spChg chg="mod">
          <ac:chgData name="현진 김" userId="75745d21e3536c0a" providerId="LiveId" clId="{AC060532-D72A-4E55-BF5A-D9BE187FF86E}" dt="2024-05-31T07:16:13.683" v="138" actId="1076"/>
          <ac:spMkLst>
            <pc:docMk/>
            <pc:sldMk cId="1848942011" sldId="259"/>
            <ac:spMk id="36" creationId="{6984D4C3-76B4-89BA-F8BF-4FF5DD41F99D}"/>
          </ac:spMkLst>
        </pc:spChg>
        <pc:spChg chg="del mod">
          <ac:chgData name="현진 김" userId="75745d21e3536c0a" providerId="LiveId" clId="{AC060532-D72A-4E55-BF5A-D9BE187FF86E}" dt="2024-06-06T09:42:02.967" v="1595" actId="478"/>
          <ac:spMkLst>
            <pc:docMk/>
            <pc:sldMk cId="1848942011" sldId="259"/>
            <ac:spMk id="39" creationId="{D5BEB68C-BD8C-EA9C-AB2F-234035AF4C0E}"/>
          </ac:spMkLst>
        </pc:spChg>
        <pc:picChg chg="mod">
          <ac:chgData name="현진 김" userId="75745d21e3536c0a" providerId="LiveId" clId="{AC060532-D72A-4E55-BF5A-D9BE187FF86E}" dt="2024-05-31T07:03:26.662" v="128" actId="1076"/>
          <ac:picMkLst>
            <pc:docMk/>
            <pc:sldMk cId="1848942011" sldId="259"/>
            <ac:picMk id="11" creationId="{F32BB73B-B36E-81E2-A414-21FD86BC1FE0}"/>
          </ac:picMkLst>
        </pc:picChg>
        <pc:cxnChg chg="mod">
          <ac:chgData name="현진 김" userId="75745d21e3536c0a" providerId="LiveId" clId="{AC060532-D72A-4E55-BF5A-D9BE187FF86E}" dt="2024-05-31T07:03:26.662" v="128" actId="1076"/>
          <ac:cxnSpMkLst>
            <pc:docMk/>
            <pc:sldMk cId="1848942011" sldId="259"/>
            <ac:cxnSpMk id="21" creationId="{99AE7912-7338-AF17-EFAD-67A98493EE3E}"/>
          </ac:cxnSpMkLst>
        </pc:cxnChg>
        <pc:cxnChg chg="mod">
          <ac:chgData name="현진 김" userId="75745d21e3536c0a" providerId="LiveId" clId="{AC060532-D72A-4E55-BF5A-D9BE187FF86E}" dt="2024-05-31T07:03:26.662" v="128" actId="1076"/>
          <ac:cxnSpMkLst>
            <pc:docMk/>
            <pc:sldMk cId="1848942011" sldId="259"/>
            <ac:cxnSpMk id="24" creationId="{93B3D179-5CA3-F988-2908-24E9D1608D48}"/>
          </ac:cxnSpMkLst>
        </pc:cxnChg>
        <pc:cxnChg chg="del mod">
          <ac:chgData name="현진 김" userId="75745d21e3536c0a" providerId="LiveId" clId="{AC060532-D72A-4E55-BF5A-D9BE187FF86E}" dt="2024-06-06T09:42:03.459" v="1596" actId="478"/>
          <ac:cxnSpMkLst>
            <pc:docMk/>
            <pc:sldMk cId="1848942011" sldId="259"/>
            <ac:cxnSpMk id="37" creationId="{77E84C99-DCB3-10D7-2C7D-A81698DC55E8}"/>
          </ac:cxnSpMkLst>
        </pc:cxnChg>
      </pc:sldChg>
      <pc:sldChg chg="new del">
        <pc:chgData name="현진 김" userId="75745d21e3536c0a" providerId="LiveId" clId="{AC060532-D72A-4E55-BF5A-D9BE187FF86E}" dt="2024-06-05T09:45:43.890" v="654" actId="47"/>
        <pc:sldMkLst>
          <pc:docMk/>
          <pc:sldMk cId="1174740824" sldId="260"/>
        </pc:sldMkLst>
      </pc:sldChg>
      <pc:sldChg chg="modSp add del mod">
        <pc:chgData name="현진 김" userId="75745d21e3536c0a" providerId="LiveId" clId="{AC060532-D72A-4E55-BF5A-D9BE187FF86E}" dt="2024-06-06T09:39:53.972" v="1556" actId="47"/>
        <pc:sldMkLst>
          <pc:docMk/>
          <pc:sldMk cId="2314287486" sldId="406"/>
        </pc:sldMkLst>
        <pc:spChg chg="mod">
          <ac:chgData name="현진 김" userId="75745d21e3536c0a" providerId="LiveId" clId="{AC060532-D72A-4E55-BF5A-D9BE187FF86E}" dt="2024-06-06T09:39:41.965" v="1555" actId="1076"/>
          <ac:spMkLst>
            <pc:docMk/>
            <pc:sldMk cId="2314287486" sldId="406"/>
            <ac:spMk id="4" creationId="{A7DDDC22-CF0D-15D9-22C6-94227BFD50C6}"/>
          </ac:spMkLst>
        </pc:spChg>
      </pc:sldChg>
      <pc:sldChg chg="addSp delSp modSp add mod">
        <pc:chgData name="현진 김" userId="75745d21e3536c0a" providerId="LiveId" clId="{AC060532-D72A-4E55-BF5A-D9BE187FF86E}" dt="2024-06-06T09:45:40.553" v="2146" actId="1076"/>
        <pc:sldMkLst>
          <pc:docMk/>
          <pc:sldMk cId="391562235" sldId="415"/>
        </pc:sldMkLst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3" creationId="{41164A34-2B5C-C692-F3A2-240ACC57C49C}"/>
          </ac:spMkLst>
        </pc:spChg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4" creationId="{A7DDDC22-CF0D-15D9-22C6-94227BFD50C6}"/>
          </ac:spMkLst>
        </pc:spChg>
        <pc:spChg chg="del">
          <ac:chgData name="현진 김" userId="75745d21e3536c0a" providerId="LiveId" clId="{AC060532-D72A-4E55-BF5A-D9BE187FF86E}" dt="2024-06-06T09:41:51.742" v="1593" actId="478"/>
          <ac:spMkLst>
            <pc:docMk/>
            <pc:sldMk cId="391562235" sldId="415"/>
            <ac:spMk id="6" creationId="{B5414DE8-82E5-6F39-BDE5-B74CE5F45708}"/>
          </ac:spMkLst>
        </pc:spChg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7" creationId="{31412F8B-30AB-6272-B55A-532B94FCA146}"/>
          </ac:spMkLst>
        </pc:spChg>
        <pc:spChg chg="mod">
          <ac:chgData name="현진 김" userId="75745d21e3536c0a" providerId="LiveId" clId="{AC060532-D72A-4E55-BF5A-D9BE187FF86E}" dt="2024-06-06T09:41:43.960" v="1591" actId="20577"/>
          <ac:spMkLst>
            <pc:docMk/>
            <pc:sldMk cId="391562235" sldId="415"/>
            <ac:spMk id="8" creationId="{618CABC2-F45B-F086-B1FF-80368FB09CC5}"/>
          </ac:spMkLst>
        </pc:spChg>
        <pc:spChg chg="add mod">
          <ac:chgData name="현진 김" userId="75745d21e3536c0a" providerId="LiveId" clId="{AC060532-D72A-4E55-BF5A-D9BE187FF86E}" dt="2024-06-06T09:45:40.553" v="2146" actId="1076"/>
          <ac:spMkLst>
            <pc:docMk/>
            <pc:sldMk cId="391562235" sldId="415"/>
            <ac:spMk id="16" creationId="{FC8CF5FB-143A-CEBA-4ACC-57015B726FE4}"/>
          </ac:spMkLst>
        </pc:spChg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18" creationId="{2AE79F24-9D42-C1CF-47F3-C3B70FA74923}"/>
          </ac:spMkLst>
        </pc:spChg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19" creationId="{1B9E4EC7-90A7-1089-60E4-8836F0D4D91C}"/>
          </ac:spMkLst>
        </pc:spChg>
        <pc:spChg chg="del mod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20" creationId="{DFEE77A6-FC38-15A5-EF9D-9C2D9D641A07}"/>
          </ac:spMkLst>
        </pc:spChg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21" creationId="{3FA34D2E-2257-E64F-CDD7-110E6A627CC2}"/>
          </ac:spMkLst>
        </pc:spChg>
        <pc:spChg chg="del">
          <ac:chgData name="현진 김" userId="75745d21e3536c0a" providerId="LiveId" clId="{AC060532-D72A-4E55-BF5A-D9BE187FF86E}" dt="2024-06-06T09:38:13.859" v="1546" actId="478"/>
          <ac:spMkLst>
            <pc:docMk/>
            <pc:sldMk cId="391562235" sldId="415"/>
            <ac:spMk id="26" creationId="{CCB053B5-FBE0-697F-1AB6-34831588A625}"/>
          </ac:spMkLst>
        </pc:spChg>
        <pc:spChg chg="del">
          <ac:chgData name="현진 김" userId="75745d21e3536c0a" providerId="LiveId" clId="{AC060532-D72A-4E55-BF5A-D9BE187FF86E}" dt="2024-06-06T09:40:26.776" v="1564" actId="478"/>
          <ac:spMkLst>
            <pc:docMk/>
            <pc:sldMk cId="391562235" sldId="415"/>
            <ac:spMk id="28" creationId="{4B5C1E9A-4365-F027-89C1-0E8BB7A75670}"/>
          </ac:spMkLst>
        </pc:spChg>
        <pc:spChg chg="mod">
          <ac:chgData name="현진 김" userId="75745d21e3536c0a" providerId="LiveId" clId="{AC060532-D72A-4E55-BF5A-D9BE187FF86E}" dt="2024-06-06T09:40:24.668" v="1563" actId="14100"/>
          <ac:spMkLst>
            <pc:docMk/>
            <pc:sldMk cId="391562235" sldId="415"/>
            <ac:spMk id="29" creationId="{FC9B7476-6F81-62F2-0580-96E36CB6C8EB}"/>
          </ac:spMkLst>
        </pc:spChg>
        <pc:grpChg chg="del">
          <ac:chgData name="현진 김" userId="75745d21e3536c0a" providerId="LiveId" clId="{AC060532-D72A-4E55-BF5A-D9BE187FF86E}" dt="2024-06-06T09:38:13.859" v="1546" actId="478"/>
          <ac:grpSpMkLst>
            <pc:docMk/>
            <pc:sldMk cId="391562235" sldId="415"/>
            <ac:grpSpMk id="25" creationId="{9DA88847-646C-5000-A115-CC17689F0C20}"/>
          </ac:grpSpMkLst>
        </pc:grpChg>
        <pc:picChg chg="add mod ord">
          <ac:chgData name="현진 김" userId="75745d21e3536c0a" providerId="LiveId" clId="{AC060532-D72A-4E55-BF5A-D9BE187FF86E}" dt="2024-06-06T09:40:17.194" v="1561" actId="1076"/>
          <ac:picMkLst>
            <pc:docMk/>
            <pc:sldMk cId="391562235" sldId="415"/>
            <ac:picMk id="5" creationId="{FAD2B74B-1692-FFAE-4043-F77AA6AC6190}"/>
          </ac:picMkLst>
        </pc:picChg>
        <pc:picChg chg="del">
          <ac:chgData name="현진 김" userId="75745d21e3536c0a" providerId="LiveId" clId="{AC060532-D72A-4E55-BF5A-D9BE187FF86E}" dt="2024-06-06T09:39:57.747" v="1558" actId="478"/>
          <ac:picMkLst>
            <pc:docMk/>
            <pc:sldMk cId="391562235" sldId="415"/>
            <ac:picMk id="9" creationId="{E83ACC2B-CE66-708D-02E1-860737D1D435}"/>
          </ac:picMkLst>
        </pc:picChg>
        <pc:picChg chg="add mod">
          <ac:chgData name="현진 김" userId="75745d21e3536c0a" providerId="LiveId" clId="{AC060532-D72A-4E55-BF5A-D9BE187FF86E}" dt="2024-06-06T09:40:44.418" v="1569" actId="1076"/>
          <ac:picMkLst>
            <pc:docMk/>
            <pc:sldMk cId="391562235" sldId="415"/>
            <ac:picMk id="13" creationId="{9A5FE6BB-03A3-18F9-0122-F517FEA7DA6B}"/>
          </ac:picMkLst>
        </pc:picChg>
        <pc:picChg chg="add del mod">
          <ac:chgData name="현진 김" userId="75745d21e3536c0a" providerId="LiveId" clId="{AC060532-D72A-4E55-BF5A-D9BE187FF86E}" dt="2024-06-06T09:40:49.555" v="1570" actId="478"/>
          <ac:picMkLst>
            <pc:docMk/>
            <pc:sldMk cId="391562235" sldId="415"/>
            <ac:picMk id="15" creationId="{341D2133-F62F-B658-A16A-E3248EB5159C}"/>
          </ac:picMkLst>
        </pc:picChg>
        <pc:picChg chg="del">
          <ac:chgData name="현진 김" userId="75745d21e3536c0a" providerId="LiveId" clId="{AC060532-D72A-4E55-BF5A-D9BE187FF86E}" dt="2024-06-06T09:41:54.259" v="1594" actId="478"/>
          <ac:picMkLst>
            <pc:docMk/>
            <pc:sldMk cId="391562235" sldId="415"/>
            <ac:picMk id="30" creationId="{D057519C-A05E-FE62-FE28-5A55D2DD06A4}"/>
          </ac:picMkLst>
        </pc:picChg>
        <pc:cxnChg chg="mod">
          <ac:chgData name="현진 김" userId="75745d21e3536c0a" providerId="LiveId" clId="{AC060532-D72A-4E55-BF5A-D9BE187FF86E}" dt="2024-06-06T09:40:26.776" v="1564" actId="478"/>
          <ac:cxnSpMkLst>
            <pc:docMk/>
            <pc:sldMk cId="391562235" sldId="415"/>
            <ac:cxnSpMk id="12" creationId="{32EECB1F-BD97-4237-0A15-2A18BEFC0787}"/>
          </ac:cxnSpMkLst>
        </pc:cxnChg>
        <pc:cxnChg chg="del mod">
          <ac:chgData name="현진 김" userId="75745d21e3536c0a" providerId="LiveId" clId="{AC060532-D72A-4E55-BF5A-D9BE187FF86E}" dt="2024-06-06T09:41:49.982" v="1592" actId="478"/>
          <ac:cxnSpMkLst>
            <pc:docMk/>
            <pc:sldMk cId="391562235" sldId="415"/>
            <ac:cxnSpMk id="38" creationId="{E8B6392C-2F16-AE49-CD65-3EA4B777DF5B}"/>
          </ac:cxnSpMkLst>
        </pc:cxnChg>
      </pc:sldChg>
      <pc:sldChg chg="addSp delSp modSp add del mod">
        <pc:chgData name="현진 김" userId="75745d21e3536c0a" providerId="LiveId" clId="{AC060532-D72A-4E55-BF5A-D9BE187FF86E}" dt="2024-06-06T09:39:00.422" v="1549" actId="47"/>
        <pc:sldMkLst>
          <pc:docMk/>
          <pc:sldMk cId="707527229" sldId="418"/>
        </pc:sldMkLst>
        <pc:spChg chg="mod">
          <ac:chgData name="현진 김" userId="75745d21e3536c0a" providerId="LiveId" clId="{AC060532-D72A-4E55-BF5A-D9BE187FF86E}" dt="2024-06-05T10:03:01.558" v="661" actId="400"/>
          <ac:spMkLst>
            <pc:docMk/>
            <pc:sldMk cId="707527229" sldId="418"/>
            <ac:spMk id="6" creationId="{B5414DE8-82E5-6F39-BDE5-B74CE5F45708}"/>
          </ac:spMkLst>
        </pc:spChg>
        <pc:picChg chg="add del mod">
          <ac:chgData name="현진 김" userId="75745d21e3536c0a" providerId="LiveId" clId="{AC060532-D72A-4E55-BF5A-D9BE187FF86E}" dt="2024-06-05T09:54:22.426" v="658" actId="478"/>
          <ac:picMkLst>
            <pc:docMk/>
            <pc:sldMk cId="707527229" sldId="418"/>
            <ac:picMk id="3" creationId="{33F5F385-DF00-E0FD-0B6E-8ED19ED2FD72}"/>
          </ac:picMkLst>
        </pc:picChg>
      </pc:sldChg>
      <pc:sldChg chg="add del">
        <pc:chgData name="현진 김" userId="75745d21e3536c0a" providerId="LiveId" clId="{AC060532-D72A-4E55-BF5A-D9BE187FF86E}" dt="2024-06-06T09:38:26.173" v="1547" actId="47"/>
        <pc:sldMkLst>
          <pc:docMk/>
          <pc:sldMk cId="1403232507" sldId="419"/>
        </pc:sldMkLst>
      </pc:sldChg>
      <pc:sldChg chg="addSp delSp modSp new del mod">
        <pc:chgData name="현진 김" userId="75745d21e3536c0a" providerId="LiveId" clId="{AC060532-D72A-4E55-BF5A-D9BE187FF86E}" dt="2024-06-06T09:38:54.636" v="1548" actId="47"/>
        <pc:sldMkLst>
          <pc:docMk/>
          <pc:sldMk cId="2075447861" sldId="420"/>
        </pc:sldMkLst>
        <pc:spChg chg="del">
          <ac:chgData name="현진 김" userId="75745d21e3536c0a" providerId="LiveId" clId="{AC060532-D72A-4E55-BF5A-D9BE187FF86E}" dt="2024-06-05T10:23:06.346" v="663" actId="478"/>
          <ac:spMkLst>
            <pc:docMk/>
            <pc:sldMk cId="2075447861" sldId="420"/>
            <ac:spMk id="2" creationId="{75CD050A-E585-D0EA-FC2A-3AF53C5D452F}"/>
          </ac:spMkLst>
        </pc:spChg>
        <pc:spChg chg="del">
          <ac:chgData name="현진 김" userId="75745d21e3536c0a" providerId="LiveId" clId="{AC060532-D72A-4E55-BF5A-D9BE187FF86E}" dt="2024-06-05T10:23:06.346" v="663" actId="478"/>
          <ac:spMkLst>
            <pc:docMk/>
            <pc:sldMk cId="2075447861" sldId="420"/>
            <ac:spMk id="3" creationId="{A20CC76F-886E-DEDB-5A6C-D1DD48047471}"/>
          </ac:spMkLst>
        </pc:spChg>
        <pc:spChg chg="add mod">
          <ac:chgData name="현진 김" userId="75745d21e3536c0a" providerId="LiveId" clId="{AC060532-D72A-4E55-BF5A-D9BE187FF86E}" dt="2024-06-05T10:23:26.989" v="670" actId="208"/>
          <ac:spMkLst>
            <pc:docMk/>
            <pc:sldMk cId="2075447861" sldId="420"/>
            <ac:spMk id="5" creationId="{0A4FF9C9-0C96-7FB2-FB13-E85E000C9E63}"/>
          </ac:spMkLst>
        </pc:spChg>
        <pc:spChg chg="add mod">
          <ac:chgData name="현진 김" userId="75745d21e3536c0a" providerId="LiveId" clId="{AC060532-D72A-4E55-BF5A-D9BE187FF86E}" dt="2024-06-05T10:23:39.695" v="675" actId="14100"/>
          <ac:spMkLst>
            <pc:docMk/>
            <pc:sldMk cId="2075447861" sldId="420"/>
            <ac:spMk id="6" creationId="{8D238662-123C-DA5F-A9E6-E9061111F85C}"/>
          </ac:spMkLst>
        </pc:spChg>
        <pc:spChg chg="add mod">
          <ac:chgData name="현진 김" userId="75745d21e3536c0a" providerId="LiveId" clId="{AC060532-D72A-4E55-BF5A-D9BE187FF86E}" dt="2024-06-05T10:27:52.902" v="1236" actId="20577"/>
          <ac:spMkLst>
            <pc:docMk/>
            <pc:sldMk cId="2075447861" sldId="420"/>
            <ac:spMk id="13" creationId="{3C50C63A-73CC-2112-28AA-83AE2BFBEAF2}"/>
          </ac:spMkLst>
        </pc:spChg>
        <pc:spChg chg="add mod">
          <ac:chgData name="현진 김" userId="75745d21e3536c0a" providerId="LiveId" clId="{AC060532-D72A-4E55-BF5A-D9BE187FF86E}" dt="2024-06-05T10:29:22.299" v="1424" actId="20577"/>
          <ac:spMkLst>
            <pc:docMk/>
            <pc:sldMk cId="2075447861" sldId="420"/>
            <ac:spMk id="14" creationId="{1B334C64-266B-CFCE-A2CA-053442A26A8E}"/>
          </ac:spMkLst>
        </pc:spChg>
        <pc:picChg chg="add mod">
          <ac:chgData name="현진 김" userId="75745d21e3536c0a" providerId="LiveId" clId="{AC060532-D72A-4E55-BF5A-D9BE187FF86E}" dt="2024-06-05T10:23:43.950" v="677" actId="1076"/>
          <ac:picMkLst>
            <pc:docMk/>
            <pc:sldMk cId="2075447861" sldId="420"/>
            <ac:picMk id="4" creationId="{97567A94-2101-745F-E74C-A62A9D70B576}"/>
          </ac:picMkLst>
        </pc:picChg>
        <pc:cxnChg chg="add mod">
          <ac:chgData name="현진 김" userId="75745d21e3536c0a" providerId="LiveId" clId="{AC060532-D72A-4E55-BF5A-D9BE187FF86E}" dt="2024-06-05T10:24:00.245" v="679" actId="208"/>
          <ac:cxnSpMkLst>
            <pc:docMk/>
            <pc:sldMk cId="2075447861" sldId="420"/>
            <ac:cxnSpMk id="8" creationId="{3B578188-D851-BC6D-EA66-85551CAAD76F}"/>
          </ac:cxnSpMkLst>
        </pc:cxnChg>
        <pc:cxnChg chg="add mod">
          <ac:chgData name="현진 김" userId="75745d21e3536c0a" providerId="LiveId" clId="{AC060532-D72A-4E55-BF5A-D9BE187FF86E}" dt="2024-06-05T10:24:07.066" v="682" actId="14100"/>
          <ac:cxnSpMkLst>
            <pc:docMk/>
            <pc:sldMk cId="2075447861" sldId="420"/>
            <ac:cxnSpMk id="9" creationId="{96CD9AC4-A1A2-5AD0-8DA1-9F1DEB0111A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C0AC7-0E40-45F5-8E15-B5A6F6782656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3254C-146A-4D4D-915C-AC95D01EB8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461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SMS = Short Message Service</a:t>
            </a:r>
            <a:r>
              <a:rPr lang="ko-KR" altLang="en-US" dirty="0"/>
              <a:t>의 약자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C9B1B-B1CB-4C34-8D19-BAF762749781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58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B2A71-5A52-728F-FC5A-BE32E214E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2F4899-3DE5-B2B4-CF8F-750C319FA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C7C35-5CC2-0F42-631D-413ACF5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C65C5-453C-9DC4-2619-FE3D19F1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19D7A-E1E9-430B-386D-6C0C723D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28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A11C3-7B42-C6F8-29EA-65BB24B8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C5FBD-975F-A3D4-DC73-B04C9442C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76B1CA-22EA-3FEF-11F1-63FDC883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AE1F3-5B06-AD3C-E90F-474E4775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DF10C-9109-1E12-F9CE-197EF868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49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41DA5-AAA0-0B31-F4E4-0222DF4F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86617A-D513-6DCE-2752-885C620B2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1975B-7453-C4C8-D411-E8D4F14F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83DE6-B2D0-C9B4-450A-A651BA2D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536D7-4C57-E350-6605-C1E0C8F5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2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58C31-454C-E225-9A0D-39E89A13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21FC0-47A8-C566-CF2C-57A5E402A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3D4AA7-422C-8B56-FBD7-C632BEED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723E61-AEE0-57CC-04B1-D7CC1E78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8AF15C-8402-98F9-A50E-1131B817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DAE064-AF56-FC12-C83E-FA5E1A53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75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7E11C-0A2A-6E01-250B-F7A14D5E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B3A0-E117-7FE7-7356-C3188CEA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785626-D7D5-8C21-FF21-B94615EE9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716284-C4B2-E58D-F4B4-2034052C1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3EF68C-964B-6EA7-CBAE-EF7A3D39A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51C08F-42CD-0830-74CD-4F03915B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199F58-0961-3B38-C572-369E9E67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B9DAD0-2850-CFE6-16A3-AA678176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29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7F387-2A5E-DAB1-7ED8-5DCDABC8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AB0D49-2EC5-DBE3-CF7F-7E32377C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A5026E-EFCB-DAC8-1534-3058584B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FF9EA6-7BCC-0C45-7D6D-EB03486E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16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97695B-BEA3-6787-8A2A-EF7873649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65776D-2C70-767C-FB4C-57C7203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39ED6F-3A38-1626-D726-85A3A663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08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2C8B7-D4B8-25AD-FE19-2F84D90B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D2B11-0951-4AB6-9A0D-D445C9C51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EEDB0-4A0B-7A42-0A9B-A8B6B84AD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01D4E0-8E1C-5B58-7C76-3B42B6336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586CD6-A552-4D9B-74BF-019BA72D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E1AB10-D4C8-0D35-0C49-A611A691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59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71C8C-859C-FBA9-15BA-4A357FDE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3354A3-D175-DC7D-D722-DD6B2B4CE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245698-50DB-76C3-74DF-530533293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5705D9-F362-EA2B-D7EF-77E52316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0BC8E8-F0B4-5DA2-8316-3E04507E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C972D4-221F-26CC-C266-47F592B3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63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A2703-DBFD-62E9-DFBC-7FD60408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AB0FB-993C-6F4B-5D01-2F0948741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753499-FA7E-CE9D-9E50-7CD1C633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06211-B8C6-927E-FA79-8BD2C52FD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E94B77-1C48-ED2F-F0B9-9BDD0470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63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640FE8-8460-A33C-34BA-2C7981F5F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DB1B50-B48A-62E2-26AA-1B209A3E8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B3648-9A57-81F3-E81B-54E4E8E6D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C1D89-D97A-D4EC-9306-38305F5E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97786D-4C20-3D69-B008-D667AF61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3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346CEE-F270-A9AC-1984-54E2769B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3B95F-6064-72FB-F0E8-D8F058A8F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220FF8-17CB-5EB5-D0C5-7C1096AB0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B3526-9ECC-4CFA-AE05-E8C9B3C31381}" type="datetimeFigureOut">
              <a:rPr lang="ko-KR" altLang="en-US" smtClean="0"/>
              <a:t>2024-06-06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287E8-EF27-E5D9-DE55-3F8E1930D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BAB63F-8957-CBCA-B94F-EACC37425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9DB99-5E58-44E8-83C6-984BFD5715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35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4D4AA-CC4C-FA57-8B04-B2203C056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7844" y="2235200"/>
            <a:ext cx="10116312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12</a:t>
            </a:r>
            <a:r>
              <a:rPr lang="ko-KR" altLang="en-US" dirty="0"/>
              <a:t>주차 발표 </a:t>
            </a:r>
            <a:br>
              <a:rPr lang="en-US" altLang="ko-KR" dirty="0"/>
            </a:b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 err="1"/>
              <a:t>채팅방</a:t>
            </a:r>
            <a:r>
              <a:rPr lang="ko-KR" altLang="en-US" dirty="0"/>
              <a:t> 알림 끄기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영상 통화 </a:t>
            </a:r>
            <a:r>
              <a:rPr lang="en-US" altLang="ko-KR" dirty="0"/>
              <a:t>UI </a:t>
            </a:r>
            <a:r>
              <a:rPr lang="ko-KR" altLang="en-US" dirty="0"/>
              <a:t>작업</a:t>
            </a:r>
            <a:r>
              <a:rPr lang="en-US" altLang="ko-KR" dirty="0"/>
              <a:t>, </a:t>
            </a:r>
            <a:r>
              <a:rPr lang="ko-KR" altLang="en-US" dirty="0"/>
              <a:t>카메라 연결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88D4FA-27F1-2086-DE40-7DEC41B40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기 김현진</a:t>
            </a:r>
          </a:p>
        </p:txBody>
      </p:sp>
    </p:spTree>
    <p:extLst>
      <p:ext uri="{BB962C8B-B14F-4D97-AF65-F5344CB8AC3E}">
        <p14:creationId xmlns:p14="http://schemas.microsoft.com/office/powerpoint/2010/main" val="15193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3D9AA-2139-1DC8-A598-F20AF9EC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전체 알림 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CEE59-0D9F-0158-1E64-92738F998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1) </a:t>
            </a:r>
            <a:r>
              <a:rPr lang="ko-KR" altLang="en-US" dirty="0"/>
              <a:t>화면 연결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A2343A-99D9-4953-529E-5FFAE1952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03" y="3714747"/>
            <a:ext cx="1757197" cy="29687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50C01E-F0E2-FB06-AE23-F5A06745E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960" y="3853341"/>
            <a:ext cx="1757198" cy="29613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A5FA8F-131B-094D-641D-9CF2451E6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501" y="3854763"/>
            <a:ext cx="1643609" cy="28226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2BB73B-B36E-81E2-A414-21FD86BC1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073" y="2343265"/>
            <a:ext cx="2307259" cy="39008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0AF2FD8-0032-9946-B367-755A755E4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2" y="3853340"/>
            <a:ext cx="1724942" cy="2897083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92E6E1-026E-C451-6807-F321BFF7CEAA}"/>
              </a:ext>
            </a:extLst>
          </p:cNvPr>
          <p:cNvSpPr/>
          <p:nvPr/>
        </p:nvSpPr>
        <p:spPr>
          <a:xfrm>
            <a:off x="1323344" y="3853340"/>
            <a:ext cx="250202" cy="24765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B04E360-C98B-4B47-4CF1-E64B3334FB18}"/>
              </a:ext>
            </a:extLst>
          </p:cNvPr>
          <p:cNvSpPr/>
          <p:nvPr/>
        </p:nvSpPr>
        <p:spPr>
          <a:xfrm>
            <a:off x="3424169" y="3877467"/>
            <a:ext cx="250202" cy="24765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9E69B75-C0CD-5C85-BAC9-758BA6EB85F9}"/>
              </a:ext>
            </a:extLst>
          </p:cNvPr>
          <p:cNvSpPr/>
          <p:nvPr/>
        </p:nvSpPr>
        <p:spPr>
          <a:xfrm>
            <a:off x="11609650" y="3877467"/>
            <a:ext cx="250202" cy="24765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ADAF22-598A-9966-0FCB-FF2D15809694}"/>
              </a:ext>
            </a:extLst>
          </p:cNvPr>
          <p:cNvSpPr/>
          <p:nvPr/>
        </p:nvSpPr>
        <p:spPr>
          <a:xfrm>
            <a:off x="8242250" y="4161696"/>
            <a:ext cx="1584859" cy="26400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0B34B3E-CCAE-E523-A537-A1A403AAC9D2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>
            <a:off x="1573546" y="3977167"/>
            <a:ext cx="361257" cy="122193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9AE7912-7338-AF17-EFAD-67A98493EE3E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3674371" y="4001294"/>
            <a:ext cx="937702" cy="29240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3B3D179-5CA3-F988-2908-24E9D1608D48}"/>
              </a:ext>
            </a:extLst>
          </p:cNvPr>
          <p:cNvCxnSpPr>
            <a:cxnSpLocks/>
            <a:stCxn id="17" idx="1"/>
            <a:endCxn id="11" idx="3"/>
          </p:cNvCxnSpPr>
          <p:nvPr/>
        </p:nvCxnSpPr>
        <p:spPr>
          <a:xfrm flipH="1">
            <a:off x="6919332" y="4293696"/>
            <a:ext cx="1322918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FFF74D4-D7CA-D21A-EFDC-11B3F729A80A}"/>
              </a:ext>
            </a:extLst>
          </p:cNvPr>
          <p:cNvCxnSpPr>
            <a:cxnSpLocks/>
            <a:stCxn id="16" idx="1"/>
            <a:endCxn id="9" idx="3"/>
          </p:cNvCxnSpPr>
          <p:nvPr/>
        </p:nvCxnSpPr>
        <p:spPr>
          <a:xfrm flipH="1">
            <a:off x="9827110" y="4001294"/>
            <a:ext cx="1782540" cy="126477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곱하기 기호 35">
            <a:extLst>
              <a:ext uri="{FF2B5EF4-FFF2-40B4-BE49-F238E27FC236}">
                <a16:creationId xmlns:a16="http://schemas.microsoft.com/office/drawing/2014/main" id="{6984D4C3-76B4-89BA-F8BF-4FF5DD41F99D}"/>
              </a:ext>
            </a:extLst>
          </p:cNvPr>
          <p:cNvSpPr/>
          <p:nvPr/>
        </p:nvSpPr>
        <p:spPr>
          <a:xfrm>
            <a:off x="4095482" y="3756055"/>
            <a:ext cx="3366863" cy="245238"/>
          </a:xfrm>
          <a:prstGeom prst="mathMultiply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942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AD2B74B-1692-FFAE-4043-F77AA6AC6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0" y="1426566"/>
            <a:ext cx="2747827" cy="4534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8CABC2-F45B-F086-B1FF-80368FB09CC5}"/>
              </a:ext>
            </a:extLst>
          </p:cNvPr>
          <p:cNvSpPr txBox="1"/>
          <p:nvPr/>
        </p:nvSpPr>
        <p:spPr>
          <a:xfrm>
            <a:off x="203960" y="72195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영상 통화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997D31D-0B0B-7AB6-EDBA-FE3D7BD83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257" y="1443787"/>
            <a:ext cx="2706289" cy="45419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2EECB1F-BD97-4237-0A15-2A18BEFC0787}"/>
              </a:ext>
            </a:extLst>
          </p:cNvPr>
          <p:cNvCxnSpPr>
            <a:cxnSpLocks/>
          </p:cNvCxnSpPr>
          <p:nvPr/>
        </p:nvCxnSpPr>
        <p:spPr>
          <a:xfrm flipV="1">
            <a:off x="3172821" y="4279392"/>
            <a:ext cx="601627" cy="120408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1ACBAF4-B7BB-81E5-731E-661F15DB3F88}"/>
              </a:ext>
            </a:extLst>
          </p:cNvPr>
          <p:cNvSpPr/>
          <p:nvPr/>
        </p:nvSpPr>
        <p:spPr>
          <a:xfrm>
            <a:off x="758993" y="4137204"/>
            <a:ext cx="2489262" cy="1085574"/>
          </a:xfrm>
          <a:prstGeom prst="roundRect">
            <a:avLst>
              <a:gd name="adj" fmla="val 4337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C9B7476-6F81-62F2-0580-96E36CB6C8EB}"/>
              </a:ext>
            </a:extLst>
          </p:cNvPr>
          <p:cNvSpPr/>
          <p:nvPr/>
        </p:nvSpPr>
        <p:spPr>
          <a:xfrm>
            <a:off x="827634" y="5585287"/>
            <a:ext cx="2489262" cy="327181"/>
          </a:xfrm>
          <a:prstGeom prst="roundRect">
            <a:avLst>
              <a:gd name="adj" fmla="val 4337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1F9F214-4FA1-791C-3F19-B58634A7D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2257" y="1410040"/>
            <a:ext cx="2706289" cy="4575721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5EC69D5-DF4F-DC3D-5EF6-1B76B66DF3B2}"/>
              </a:ext>
            </a:extLst>
          </p:cNvPr>
          <p:cNvSpPr/>
          <p:nvPr/>
        </p:nvSpPr>
        <p:spPr>
          <a:xfrm>
            <a:off x="3883448" y="1426566"/>
            <a:ext cx="2705098" cy="2139593"/>
          </a:xfrm>
          <a:prstGeom prst="roundRect">
            <a:avLst>
              <a:gd name="adj" fmla="val 4337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A5FE6BB-03A3-18F9-0122-F517FEA7D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0849" y="1508415"/>
            <a:ext cx="1962424" cy="247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8CF5FB-143A-CEBA-4ACC-57015B726FE4}"/>
              </a:ext>
            </a:extLst>
          </p:cNvPr>
          <p:cNvSpPr txBox="1"/>
          <p:nvPr/>
        </p:nvSpPr>
        <p:spPr>
          <a:xfrm>
            <a:off x="6696355" y="1410040"/>
            <a:ext cx="5281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/>
              <a:t>TestProject</a:t>
            </a:r>
            <a:r>
              <a:rPr lang="ko-KR" altLang="en-US" dirty="0"/>
              <a:t>에서 </a:t>
            </a:r>
            <a:r>
              <a:rPr lang="en-US" altLang="ko-KR" dirty="0"/>
              <a:t>WebRTC </a:t>
            </a:r>
            <a:r>
              <a:rPr lang="ko-KR" altLang="en-US" dirty="0"/>
              <a:t>사용 전</a:t>
            </a:r>
            <a:r>
              <a:rPr lang="en-US" altLang="ko-KR" dirty="0"/>
              <a:t>, </a:t>
            </a:r>
            <a:r>
              <a:rPr lang="ko-KR" altLang="en-US" dirty="0"/>
              <a:t>화면 내 내용 업데이트 및 내 비디오 끄고 켜는 기능 구현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156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57</Words>
  <Application>Microsoft Office PowerPoint</Application>
  <PresentationFormat>와이드스크린</PresentationFormat>
  <Paragraphs>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12주차 발표  :  채팅방 알림 끄기,  영상 통화 UI 작업, 카메라 연결</vt:lpstr>
      <vt:lpstr>채팅 전체 알림 끄기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12주차 발표  : 단체 채팅, WebRTC 이용한 단체 영상 통화</dc:title>
  <dc:creator>현진 김</dc:creator>
  <cp:lastModifiedBy>현진 김</cp:lastModifiedBy>
  <cp:revision>1</cp:revision>
  <dcterms:created xsi:type="dcterms:W3CDTF">2024-05-31T06:05:52Z</dcterms:created>
  <dcterms:modified xsi:type="dcterms:W3CDTF">2024-06-06T09:45:41Z</dcterms:modified>
</cp:coreProperties>
</file>