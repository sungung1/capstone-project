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8" r:id="rId5"/>
    <p:sldId id="260" r:id="rId6"/>
    <p:sldId id="261" r:id="rId7"/>
    <p:sldId id="262" r:id="rId8"/>
    <p:sldId id="270" r:id="rId9"/>
    <p:sldId id="258" r:id="rId10"/>
    <p:sldId id="259" r:id="rId11"/>
    <p:sldId id="267" r:id="rId12"/>
    <p:sldId id="272" r:id="rId13"/>
    <p:sldId id="27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D012EE-CAAC-4F9E-93C8-9365FBA154D9}" v="1362" dt="2024-08-05T11:11:50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84" d="100"/>
          <a:sy n="84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D0D012EE-CAAC-4F9E-93C8-9365FBA154D9}"/>
    <pc:docChg chg="undo redo custSel addSld delSld modSld sldOrd">
      <pc:chgData name="현진 김" userId="75745d21e3536c0a" providerId="LiveId" clId="{D0D012EE-CAAC-4F9E-93C8-9365FBA154D9}" dt="2024-08-05T11:28:34.042" v="7917" actId="113"/>
      <pc:docMkLst>
        <pc:docMk/>
      </pc:docMkLst>
      <pc:sldChg chg="addSp modSp mod">
        <pc:chgData name="현진 김" userId="75745d21e3536c0a" providerId="LiveId" clId="{D0D012EE-CAAC-4F9E-93C8-9365FBA154D9}" dt="2024-08-05T08:12:09.848" v="424" actId="1076"/>
        <pc:sldMkLst>
          <pc:docMk/>
          <pc:sldMk cId="1119515970" sldId="256"/>
        </pc:sldMkLst>
        <pc:spChg chg="mod">
          <ac:chgData name="현진 김" userId="75745d21e3536c0a" providerId="LiveId" clId="{D0D012EE-CAAC-4F9E-93C8-9365FBA154D9}" dt="2024-08-05T08:11:57.257" v="410" actId="2711"/>
          <ac:spMkLst>
            <pc:docMk/>
            <pc:sldMk cId="1119515970" sldId="256"/>
            <ac:spMk id="2" creationId="{3E419E8C-30B9-FCFC-56FD-6BA7DB703840}"/>
          </ac:spMkLst>
        </pc:spChg>
        <pc:spChg chg="mod">
          <ac:chgData name="현진 김" userId="75745d21e3536c0a" providerId="LiveId" clId="{D0D012EE-CAAC-4F9E-93C8-9365FBA154D9}" dt="2024-08-05T08:11:57.257" v="410" actId="2711"/>
          <ac:spMkLst>
            <pc:docMk/>
            <pc:sldMk cId="1119515970" sldId="256"/>
            <ac:spMk id="3" creationId="{449BF2EE-F4CC-88F4-0CC7-CDB3CE67E728}"/>
          </ac:spMkLst>
        </pc:spChg>
        <pc:spChg chg="add mod">
          <ac:chgData name="현진 김" userId="75745d21e3536c0a" providerId="LiveId" clId="{D0D012EE-CAAC-4F9E-93C8-9365FBA154D9}" dt="2024-08-05T08:12:09.848" v="424" actId="1076"/>
          <ac:spMkLst>
            <pc:docMk/>
            <pc:sldMk cId="1119515970" sldId="256"/>
            <ac:spMk id="5" creationId="{2D72704A-9BC5-1270-2797-C92576579178}"/>
          </ac:spMkLst>
        </pc:spChg>
      </pc:sldChg>
      <pc:sldChg chg="modSp mod">
        <pc:chgData name="현진 김" userId="75745d21e3536c0a" providerId="LiveId" clId="{D0D012EE-CAAC-4F9E-93C8-9365FBA154D9}" dt="2024-08-05T08:12:20.664" v="425" actId="2711"/>
        <pc:sldMkLst>
          <pc:docMk/>
          <pc:sldMk cId="2135167517" sldId="257"/>
        </pc:sldMkLst>
        <pc:spChg chg="mod">
          <ac:chgData name="현진 김" userId="75745d21e3536c0a" providerId="LiveId" clId="{D0D012EE-CAAC-4F9E-93C8-9365FBA154D9}" dt="2024-08-05T08:12:20.664" v="425" actId="2711"/>
          <ac:spMkLst>
            <pc:docMk/>
            <pc:sldMk cId="2135167517" sldId="257"/>
            <ac:spMk id="2" creationId="{4142D234-7D4B-A6A3-BB98-0462AA6B07EE}"/>
          </ac:spMkLst>
        </pc:spChg>
        <pc:spChg chg="mod">
          <ac:chgData name="현진 김" userId="75745d21e3536c0a" providerId="LiveId" clId="{D0D012EE-CAAC-4F9E-93C8-9365FBA154D9}" dt="2024-08-05T08:12:20.664" v="425" actId="2711"/>
          <ac:spMkLst>
            <pc:docMk/>
            <pc:sldMk cId="2135167517" sldId="257"/>
            <ac:spMk id="3" creationId="{43A9B9B1-7EDE-0EBA-5A4E-D80FADBFAD66}"/>
          </ac:spMkLst>
        </pc:spChg>
      </pc:sldChg>
      <pc:sldChg chg="addSp modSp mod ord">
        <pc:chgData name="현진 김" userId="75745d21e3536c0a" providerId="LiveId" clId="{D0D012EE-CAAC-4F9E-93C8-9365FBA154D9}" dt="2024-08-05T09:46:30.923" v="4715"/>
        <pc:sldMkLst>
          <pc:docMk/>
          <pc:sldMk cId="382885451" sldId="258"/>
        </pc:sldMkLst>
        <pc:spChg chg="mod">
          <ac:chgData name="현진 김" userId="75745d21e3536c0a" providerId="LiveId" clId="{D0D012EE-CAAC-4F9E-93C8-9365FBA154D9}" dt="2024-08-05T08:17:36.822" v="519" actId="1076"/>
          <ac:spMkLst>
            <pc:docMk/>
            <pc:sldMk cId="382885451" sldId="258"/>
            <ac:spMk id="2" creationId="{3AA2345D-AFF2-38D2-27B0-637474EBE8FB}"/>
          </ac:spMkLst>
        </pc:spChg>
        <pc:spChg chg="mod">
          <ac:chgData name="현진 김" userId="75745d21e3536c0a" providerId="LiveId" clId="{D0D012EE-CAAC-4F9E-93C8-9365FBA154D9}" dt="2024-08-05T08:41:12.632" v="1214" actId="20577"/>
          <ac:spMkLst>
            <pc:docMk/>
            <pc:sldMk cId="382885451" sldId="258"/>
            <ac:spMk id="3" creationId="{74DD89C4-4E2D-E65C-294E-6B032DF04EB3}"/>
          </ac:spMkLst>
        </pc:spChg>
        <pc:picChg chg="add mod">
          <ac:chgData name="현진 김" userId="75745d21e3536c0a" providerId="LiveId" clId="{D0D012EE-CAAC-4F9E-93C8-9365FBA154D9}" dt="2024-08-05T08:14:42.092" v="468" actId="1076"/>
          <ac:picMkLst>
            <pc:docMk/>
            <pc:sldMk cId="382885451" sldId="258"/>
            <ac:picMk id="1026" creationId="{AF636C75-321D-3609-69AE-5BD8A353EE0E}"/>
          </ac:picMkLst>
        </pc:picChg>
        <pc:picChg chg="add mod">
          <ac:chgData name="현진 김" userId="75745d21e3536c0a" providerId="LiveId" clId="{D0D012EE-CAAC-4F9E-93C8-9365FBA154D9}" dt="2024-08-05T08:14:47.205" v="469" actId="1076"/>
          <ac:picMkLst>
            <pc:docMk/>
            <pc:sldMk cId="382885451" sldId="258"/>
            <ac:picMk id="1028" creationId="{7B8C549C-CA68-E9F6-DF4C-53CFBAD62D93}"/>
          </ac:picMkLst>
        </pc:picChg>
      </pc:sldChg>
      <pc:sldChg chg="addSp delSp modSp mod ord">
        <pc:chgData name="현진 김" userId="75745d21e3536c0a" providerId="LiveId" clId="{D0D012EE-CAAC-4F9E-93C8-9365FBA154D9}" dt="2024-08-05T09:45:31.755" v="4688"/>
        <pc:sldMkLst>
          <pc:docMk/>
          <pc:sldMk cId="1315654716" sldId="259"/>
        </pc:sldMkLst>
        <pc:spChg chg="mod">
          <ac:chgData name="현진 김" userId="75745d21e3536c0a" providerId="LiveId" clId="{D0D012EE-CAAC-4F9E-93C8-9365FBA154D9}" dt="2024-08-05T08:45:23.642" v="1413"/>
          <ac:spMkLst>
            <pc:docMk/>
            <pc:sldMk cId="1315654716" sldId="259"/>
            <ac:spMk id="2" creationId="{3AA2345D-AFF2-38D2-27B0-637474EBE8FB}"/>
          </ac:spMkLst>
        </pc:spChg>
        <pc:spChg chg="del mod">
          <ac:chgData name="현진 김" userId="75745d21e3536c0a" providerId="LiveId" clId="{D0D012EE-CAAC-4F9E-93C8-9365FBA154D9}" dt="2024-08-05T08:45:01.379" v="1348" actId="478"/>
          <ac:spMkLst>
            <pc:docMk/>
            <pc:sldMk cId="1315654716" sldId="259"/>
            <ac:spMk id="3" creationId="{74DD89C4-4E2D-E65C-294E-6B032DF04EB3}"/>
          </ac:spMkLst>
        </pc:spChg>
        <pc:spChg chg="add del mod">
          <ac:chgData name="현진 김" userId="75745d21e3536c0a" providerId="LiveId" clId="{D0D012EE-CAAC-4F9E-93C8-9365FBA154D9}" dt="2024-08-05T08:45:05.278" v="1351" actId="478"/>
          <ac:spMkLst>
            <pc:docMk/>
            <pc:sldMk cId="1315654716" sldId="259"/>
            <ac:spMk id="5" creationId="{FE79B0E5-10BB-CC81-AC96-E401114EF995}"/>
          </ac:spMkLst>
        </pc:spChg>
        <pc:spChg chg="add mod">
          <ac:chgData name="현진 김" userId="75745d21e3536c0a" providerId="LiveId" clId="{D0D012EE-CAAC-4F9E-93C8-9365FBA154D9}" dt="2024-08-05T08:45:02.556" v="1350"/>
          <ac:spMkLst>
            <pc:docMk/>
            <pc:sldMk cId="1315654716" sldId="259"/>
            <ac:spMk id="6" creationId="{C143F941-6AB2-3372-C731-827F5D15CFBF}"/>
          </ac:spMkLst>
        </pc:spChg>
        <pc:spChg chg="add mod">
          <ac:chgData name="현진 김" userId="75745d21e3536c0a" providerId="LiveId" clId="{D0D012EE-CAAC-4F9E-93C8-9365FBA154D9}" dt="2024-08-05T09:15:02.969" v="3466" actId="20577"/>
          <ac:spMkLst>
            <pc:docMk/>
            <pc:sldMk cId="1315654716" sldId="259"/>
            <ac:spMk id="7" creationId="{F213FB5B-3D26-C4E7-DCF4-878A9D44B7BA}"/>
          </ac:spMkLst>
        </pc:spChg>
      </pc:sldChg>
      <pc:sldChg chg="addSp modSp mod">
        <pc:chgData name="현진 김" userId="75745d21e3536c0a" providerId="LiveId" clId="{D0D012EE-CAAC-4F9E-93C8-9365FBA154D9}" dt="2024-08-05T11:07:05.024" v="7630" actId="207"/>
        <pc:sldMkLst>
          <pc:docMk/>
          <pc:sldMk cId="3099828108" sldId="260"/>
        </pc:sldMkLst>
        <pc:spChg chg="mod">
          <ac:chgData name="현진 김" userId="75745d21e3536c0a" providerId="LiveId" clId="{D0D012EE-CAAC-4F9E-93C8-9365FBA154D9}" dt="2024-08-05T09:19:35.422" v="3551" actId="20577"/>
          <ac:spMkLst>
            <pc:docMk/>
            <pc:sldMk cId="3099828108" sldId="260"/>
            <ac:spMk id="2" creationId="{3AA2345D-AFF2-38D2-27B0-637474EBE8FB}"/>
          </ac:spMkLst>
        </pc:spChg>
        <pc:spChg chg="mod">
          <ac:chgData name="현진 김" userId="75745d21e3536c0a" providerId="LiveId" clId="{D0D012EE-CAAC-4F9E-93C8-9365FBA154D9}" dt="2024-08-05T11:07:05.024" v="7630" actId="207"/>
          <ac:spMkLst>
            <pc:docMk/>
            <pc:sldMk cId="3099828108" sldId="260"/>
            <ac:spMk id="3" creationId="{74DD89C4-4E2D-E65C-294E-6B032DF04EB3}"/>
          </ac:spMkLst>
        </pc:spChg>
        <pc:picChg chg="add mod">
          <ac:chgData name="현진 김" userId="75745d21e3536c0a" providerId="LiveId" clId="{D0D012EE-CAAC-4F9E-93C8-9365FBA154D9}" dt="2024-08-05T09:23:12.531" v="3678" actId="1076"/>
          <ac:picMkLst>
            <pc:docMk/>
            <pc:sldMk cId="3099828108" sldId="260"/>
            <ac:picMk id="4098" creationId="{0BE0E7E8-E3BA-866B-2514-C3E2051BE545}"/>
          </ac:picMkLst>
        </pc:picChg>
        <pc:picChg chg="add mod">
          <ac:chgData name="현진 김" userId="75745d21e3536c0a" providerId="LiveId" clId="{D0D012EE-CAAC-4F9E-93C8-9365FBA154D9}" dt="2024-08-05T09:23:16.153" v="3679" actId="14100"/>
          <ac:picMkLst>
            <pc:docMk/>
            <pc:sldMk cId="3099828108" sldId="260"/>
            <ac:picMk id="4100" creationId="{25326DAE-6AC8-826E-C8D9-D5E5D086206F}"/>
          </ac:picMkLst>
        </pc:picChg>
      </pc:sldChg>
      <pc:sldChg chg="addSp delSp modSp mod">
        <pc:chgData name="현진 김" userId="75745d21e3536c0a" providerId="LiveId" clId="{D0D012EE-CAAC-4F9E-93C8-9365FBA154D9}" dt="2024-08-05T11:07:50.656" v="7633" actId="207"/>
        <pc:sldMkLst>
          <pc:docMk/>
          <pc:sldMk cId="3777500757" sldId="261"/>
        </pc:sldMkLst>
        <pc:spChg chg="mod">
          <ac:chgData name="현진 김" userId="75745d21e3536c0a" providerId="LiveId" clId="{D0D012EE-CAAC-4F9E-93C8-9365FBA154D9}" dt="2024-08-05T11:07:42.606" v="7632" actId="207"/>
          <ac:spMkLst>
            <pc:docMk/>
            <pc:sldMk cId="3777500757" sldId="261"/>
            <ac:spMk id="2" creationId="{3AA2345D-AFF2-38D2-27B0-637474EBE8FB}"/>
          </ac:spMkLst>
        </pc:spChg>
        <pc:spChg chg="mod">
          <ac:chgData name="현진 김" userId="75745d21e3536c0a" providerId="LiveId" clId="{D0D012EE-CAAC-4F9E-93C8-9365FBA154D9}" dt="2024-08-05T11:07:50.656" v="7633" actId="207"/>
          <ac:spMkLst>
            <pc:docMk/>
            <pc:sldMk cId="3777500757" sldId="261"/>
            <ac:spMk id="3" creationId="{74DD89C4-4E2D-E65C-294E-6B032DF04EB3}"/>
          </ac:spMkLst>
        </pc:spChg>
        <pc:picChg chg="add mod">
          <ac:chgData name="현진 김" userId="75745d21e3536c0a" providerId="LiveId" clId="{D0D012EE-CAAC-4F9E-93C8-9365FBA154D9}" dt="2024-08-05T09:40:07.919" v="4367" actId="1076"/>
          <ac:picMkLst>
            <pc:docMk/>
            <pc:sldMk cId="3777500757" sldId="261"/>
            <ac:picMk id="5122" creationId="{9A275902-927D-E793-BEB0-D089168B2EB7}"/>
          </ac:picMkLst>
        </pc:picChg>
        <pc:picChg chg="add del mod">
          <ac:chgData name="현진 김" userId="75745d21e3536c0a" providerId="LiveId" clId="{D0D012EE-CAAC-4F9E-93C8-9365FBA154D9}" dt="2024-08-05T09:40:05.180" v="4366" actId="478"/>
          <ac:picMkLst>
            <pc:docMk/>
            <pc:sldMk cId="3777500757" sldId="261"/>
            <ac:picMk id="5124" creationId="{391F901B-461B-C8DD-574D-AF7D5A0A834F}"/>
          </ac:picMkLst>
        </pc:picChg>
      </pc:sldChg>
      <pc:sldChg chg="addSp delSp modSp mod">
        <pc:chgData name="현진 김" userId="75745d21e3536c0a" providerId="LiveId" clId="{D0D012EE-CAAC-4F9E-93C8-9365FBA154D9}" dt="2024-08-05T11:09:53.331" v="7708" actId="20577"/>
        <pc:sldMkLst>
          <pc:docMk/>
          <pc:sldMk cId="3729808695" sldId="262"/>
        </pc:sldMkLst>
        <pc:spChg chg="mod">
          <ac:chgData name="현진 김" userId="75745d21e3536c0a" providerId="LiveId" clId="{D0D012EE-CAAC-4F9E-93C8-9365FBA154D9}" dt="2024-08-05T09:41:45.257" v="4371" actId="27636"/>
          <ac:spMkLst>
            <pc:docMk/>
            <pc:sldMk cId="3729808695" sldId="262"/>
            <ac:spMk id="2" creationId="{3AA2345D-AFF2-38D2-27B0-637474EBE8FB}"/>
          </ac:spMkLst>
        </pc:spChg>
        <pc:spChg chg="del mod">
          <ac:chgData name="현진 김" userId="75745d21e3536c0a" providerId="LiveId" clId="{D0D012EE-CAAC-4F9E-93C8-9365FBA154D9}" dt="2024-08-05T09:37:55.708" v="4353"/>
          <ac:spMkLst>
            <pc:docMk/>
            <pc:sldMk cId="3729808695" sldId="262"/>
            <ac:spMk id="3" creationId="{74DD89C4-4E2D-E65C-294E-6B032DF04EB3}"/>
          </ac:spMkLst>
        </pc:spChg>
        <pc:spChg chg="add mod">
          <ac:chgData name="현진 김" userId="75745d21e3536c0a" providerId="LiveId" clId="{D0D012EE-CAAC-4F9E-93C8-9365FBA154D9}" dt="2024-08-05T11:09:53.331" v="7708" actId="20577"/>
          <ac:spMkLst>
            <pc:docMk/>
            <pc:sldMk cId="3729808695" sldId="262"/>
            <ac:spMk id="4" creationId="{1AB84537-C979-B0E5-60C8-E56D6C024154}"/>
          </ac:spMkLst>
        </pc:spChg>
        <pc:picChg chg="add mod">
          <ac:chgData name="현진 김" userId="75745d21e3536c0a" providerId="LiveId" clId="{D0D012EE-CAAC-4F9E-93C8-9365FBA154D9}" dt="2024-08-05T09:38:45.399" v="4361" actId="1076"/>
          <ac:picMkLst>
            <pc:docMk/>
            <pc:sldMk cId="3729808695" sldId="262"/>
            <ac:picMk id="6146" creationId="{D334F745-FA01-B496-09D3-DE17C34E7527}"/>
          </ac:picMkLst>
        </pc:picChg>
        <pc:picChg chg="add mod">
          <ac:chgData name="현진 김" userId="75745d21e3536c0a" providerId="LiveId" clId="{D0D012EE-CAAC-4F9E-93C8-9365FBA154D9}" dt="2024-08-05T09:38:43.111" v="4360" actId="14100"/>
          <ac:picMkLst>
            <pc:docMk/>
            <pc:sldMk cId="3729808695" sldId="262"/>
            <ac:picMk id="6148" creationId="{75D58889-73B7-F9CA-67B1-20DDE108C680}"/>
          </ac:picMkLst>
        </pc:picChg>
      </pc:sldChg>
      <pc:sldChg chg="modSp new del mod">
        <pc:chgData name="현진 김" userId="75745d21e3536c0a" providerId="LiveId" clId="{D0D012EE-CAAC-4F9E-93C8-9365FBA154D9}" dt="2024-08-05T09:53:03.390" v="5263" actId="47"/>
        <pc:sldMkLst>
          <pc:docMk/>
          <pc:sldMk cId="4271678321" sldId="263"/>
        </pc:sldMkLst>
        <pc:spChg chg="mod">
          <ac:chgData name="현진 김" userId="75745d21e3536c0a" providerId="LiveId" clId="{D0D012EE-CAAC-4F9E-93C8-9365FBA154D9}" dt="2024-08-05T07:57:04.328" v="7" actId="27636"/>
          <ac:spMkLst>
            <pc:docMk/>
            <pc:sldMk cId="4271678321" sldId="263"/>
            <ac:spMk id="2" creationId="{2E07529A-6E69-2855-D344-AB0DB2AC5BCF}"/>
          </ac:spMkLst>
        </pc:spChg>
        <pc:spChg chg="mod">
          <ac:chgData name="현진 김" userId="75745d21e3536c0a" providerId="LiveId" clId="{D0D012EE-CAAC-4F9E-93C8-9365FBA154D9}" dt="2024-08-05T07:57:55.430" v="33" actId="20577"/>
          <ac:spMkLst>
            <pc:docMk/>
            <pc:sldMk cId="4271678321" sldId="263"/>
            <ac:spMk id="3" creationId="{445E68D4-48BE-51A8-7450-C6BEC1A8F634}"/>
          </ac:spMkLst>
        </pc:spChg>
      </pc:sldChg>
      <pc:sldChg chg="modSp add del mod">
        <pc:chgData name="현진 김" userId="75745d21e3536c0a" providerId="LiveId" clId="{D0D012EE-CAAC-4F9E-93C8-9365FBA154D9}" dt="2024-08-05T09:53:04.244" v="5264" actId="47"/>
        <pc:sldMkLst>
          <pc:docMk/>
          <pc:sldMk cId="770303530" sldId="264"/>
        </pc:sldMkLst>
        <pc:spChg chg="mod">
          <ac:chgData name="현진 김" userId="75745d21e3536c0a" providerId="LiveId" clId="{D0D012EE-CAAC-4F9E-93C8-9365FBA154D9}" dt="2024-08-05T07:57:18.493" v="13"/>
          <ac:spMkLst>
            <pc:docMk/>
            <pc:sldMk cId="770303530" sldId="264"/>
            <ac:spMk id="2" creationId="{2E07529A-6E69-2855-D344-AB0DB2AC5BCF}"/>
          </ac:spMkLst>
        </pc:spChg>
        <pc:spChg chg="mod">
          <ac:chgData name="현진 김" userId="75745d21e3536c0a" providerId="LiveId" clId="{D0D012EE-CAAC-4F9E-93C8-9365FBA154D9}" dt="2024-08-05T07:57:21.881" v="14" actId="21"/>
          <ac:spMkLst>
            <pc:docMk/>
            <pc:sldMk cId="770303530" sldId="264"/>
            <ac:spMk id="3" creationId="{445E68D4-48BE-51A8-7450-C6BEC1A8F634}"/>
          </ac:spMkLst>
        </pc:spChg>
      </pc:sldChg>
      <pc:sldChg chg="modSp new del mod">
        <pc:chgData name="현진 김" userId="75745d21e3536c0a" providerId="LiveId" clId="{D0D012EE-CAAC-4F9E-93C8-9365FBA154D9}" dt="2024-08-05T09:53:04.559" v="5265" actId="47"/>
        <pc:sldMkLst>
          <pc:docMk/>
          <pc:sldMk cId="2493811754" sldId="265"/>
        </pc:sldMkLst>
        <pc:spChg chg="mod">
          <ac:chgData name="현진 김" userId="75745d21e3536c0a" providerId="LiveId" clId="{D0D012EE-CAAC-4F9E-93C8-9365FBA154D9}" dt="2024-08-05T07:57:30.768" v="25" actId="21"/>
          <ac:spMkLst>
            <pc:docMk/>
            <pc:sldMk cId="2493811754" sldId="265"/>
            <ac:spMk id="2" creationId="{DCACF836-2740-8A81-5C4B-8D40637B705E}"/>
          </ac:spMkLst>
        </pc:spChg>
      </pc:sldChg>
      <pc:sldChg chg="modSp new add del mod">
        <pc:chgData name="현진 김" userId="75745d21e3536c0a" providerId="LiveId" clId="{D0D012EE-CAAC-4F9E-93C8-9365FBA154D9}" dt="2024-08-05T11:08:04.910" v="7635" actId="47"/>
        <pc:sldMkLst>
          <pc:docMk/>
          <pc:sldMk cId="889006914" sldId="266"/>
        </pc:sldMkLst>
        <pc:spChg chg="mod">
          <ac:chgData name="현진 김" userId="75745d21e3536c0a" providerId="LiveId" clId="{D0D012EE-CAAC-4F9E-93C8-9365FBA154D9}" dt="2024-08-05T09:53:28.906" v="5272" actId="20577"/>
          <ac:spMkLst>
            <pc:docMk/>
            <pc:sldMk cId="889006914" sldId="266"/>
            <ac:spMk id="2" creationId="{DCE9C339-CCED-4DC2-7F98-E9BF9DC7568A}"/>
          </ac:spMkLst>
        </pc:spChg>
        <pc:spChg chg="mod">
          <ac:chgData name="현진 김" userId="75745d21e3536c0a" providerId="LiveId" clId="{D0D012EE-CAAC-4F9E-93C8-9365FBA154D9}" dt="2024-08-05T10:25:30.633" v="6796" actId="20577"/>
          <ac:spMkLst>
            <pc:docMk/>
            <pc:sldMk cId="889006914" sldId="266"/>
            <ac:spMk id="3" creationId="{2F866699-11DC-7FD1-BAEE-BE97585E9504}"/>
          </ac:spMkLst>
        </pc:spChg>
      </pc:sldChg>
      <pc:sldChg chg="addSp modSp add mod ord">
        <pc:chgData name="현진 김" userId="75745d21e3536c0a" providerId="LiveId" clId="{D0D012EE-CAAC-4F9E-93C8-9365FBA154D9}" dt="2024-08-05T10:42:23.104" v="7173" actId="20577"/>
        <pc:sldMkLst>
          <pc:docMk/>
          <pc:sldMk cId="169222080" sldId="267"/>
        </pc:sldMkLst>
        <pc:spChg chg="mod">
          <ac:chgData name="현진 김" userId="75745d21e3536c0a" providerId="LiveId" clId="{D0D012EE-CAAC-4F9E-93C8-9365FBA154D9}" dt="2024-08-05T10:42:23.104" v="7173" actId="20577"/>
          <ac:spMkLst>
            <pc:docMk/>
            <pc:sldMk cId="169222080" sldId="267"/>
            <ac:spMk id="7" creationId="{F213FB5B-3D26-C4E7-DCF4-878A9D44B7BA}"/>
          </ac:spMkLst>
        </pc:spChg>
        <pc:picChg chg="add mod">
          <ac:chgData name="현진 김" userId="75745d21e3536c0a" providerId="LiveId" clId="{D0D012EE-CAAC-4F9E-93C8-9365FBA154D9}" dt="2024-08-05T09:16:49.093" v="3490" actId="1076"/>
          <ac:picMkLst>
            <pc:docMk/>
            <pc:sldMk cId="169222080" sldId="267"/>
            <ac:picMk id="2050" creationId="{C9FEBA48-8B14-6C17-7DC9-213DB735A2E0}"/>
          </ac:picMkLst>
        </pc:picChg>
      </pc:sldChg>
      <pc:sldChg chg="modSp add mod">
        <pc:chgData name="현진 김" userId="75745d21e3536c0a" providerId="LiveId" clId="{D0D012EE-CAAC-4F9E-93C8-9365FBA154D9}" dt="2024-08-05T11:06:31.733" v="7628" actId="113"/>
        <pc:sldMkLst>
          <pc:docMk/>
          <pc:sldMk cId="3924473633" sldId="268"/>
        </pc:sldMkLst>
        <pc:spChg chg="mod">
          <ac:chgData name="현진 김" userId="75745d21e3536c0a" providerId="LiveId" clId="{D0D012EE-CAAC-4F9E-93C8-9365FBA154D9}" dt="2024-08-05T11:06:31.733" v="7628" actId="113"/>
          <ac:spMkLst>
            <pc:docMk/>
            <pc:sldMk cId="3924473633" sldId="268"/>
            <ac:spMk id="7" creationId="{F213FB5B-3D26-C4E7-DCF4-878A9D44B7BA}"/>
          </ac:spMkLst>
        </pc:spChg>
        <pc:picChg chg="mod">
          <ac:chgData name="현진 김" userId="75745d21e3536c0a" providerId="LiveId" clId="{D0D012EE-CAAC-4F9E-93C8-9365FBA154D9}" dt="2024-08-05T09:48:29.217" v="4735" actId="1076"/>
          <ac:picMkLst>
            <pc:docMk/>
            <pc:sldMk cId="3924473633" sldId="268"/>
            <ac:picMk id="2050" creationId="{C9FEBA48-8B14-6C17-7DC9-213DB735A2E0}"/>
          </ac:picMkLst>
        </pc:picChg>
      </pc:sldChg>
      <pc:sldChg chg="new del ord">
        <pc:chgData name="현진 김" userId="75745d21e3536c0a" providerId="LiveId" clId="{D0D012EE-CAAC-4F9E-93C8-9365FBA154D9}" dt="2024-08-05T09:45:50.462" v="4695" actId="47"/>
        <pc:sldMkLst>
          <pc:docMk/>
          <pc:sldMk cId="2830179519" sldId="269"/>
        </pc:sldMkLst>
      </pc:sldChg>
      <pc:sldChg chg="modSp new mod">
        <pc:chgData name="현진 김" userId="75745d21e3536c0a" providerId="LiveId" clId="{D0D012EE-CAAC-4F9E-93C8-9365FBA154D9}" dt="2024-08-05T09:45:54.304" v="4700"/>
        <pc:sldMkLst>
          <pc:docMk/>
          <pc:sldMk cId="3840857190" sldId="270"/>
        </pc:sldMkLst>
        <pc:spChg chg="mod">
          <ac:chgData name="현진 김" userId="75745d21e3536c0a" providerId="LiveId" clId="{D0D012EE-CAAC-4F9E-93C8-9365FBA154D9}" dt="2024-08-05T09:45:54.304" v="4700"/>
          <ac:spMkLst>
            <pc:docMk/>
            <pc:sldMk cId="3840857190" sldId="270"/>
            <ac:spMk id="2" creationId="{2E33493C-0091-2F94-CDFE-D2C9B9556DFF}"/>
          </ac:spMkLst>
        </pc:spChg>
      </pc:sldChg>
      <pc:sldChg chg="modSp add mod">
        <pc:chgData name="현진 김" userId="75745d21e3536c0a" providerId="LiveId" clId="{D0D012EE-CAAC-4F9E-93C8-9365FBA154D9}" dt="2024-08-05T11:28:34.042" v="7917" actId="113"/>
        <pc:sldMkLst>
          <pc:docMk/>
          <pc:sldMk cId="2852265285" sldId="271"/>
        </pc:sldMkLst>
        <pc:spChg chg="mod">
          <ac:chgData name="현진 김" userId="75745d21e3536c0a" providerId="LiveId" clId="{D0D012EE-CAAC-4F9E-93C8-9365FBA154D9}" dt="2024-08-05T09:46:44.518" v="4718" actId="1076"/>
          <ac:spMkLst>
            <pc:docMk/>
            <pc:sldMk cId="2852265285" sldId="271"/>
            <ac:spMk id="2" creationId="{3AA2345D-AFF2-38D2-27B0-637474EBE8FB}"/>
          </ac:spMkLst>
        </pc:spChg>
        <pc:spChg chg="mod">
          <ac:chgData name="현진 김" userId="75745d21e3536c0a" providerId="LiveId" clId="{D0D012EE-CAAC-4F9E-93C8-9365FBA154D9}" dt="2024-08-05T11:28:34.042" v="7917" actId="113"/>
          <ac:spMkLst>
            <pc:docMk/>
            <pc:sldMk cId="2852265285" sldId="271"/>
            <ac:spMk id="3" creationId="{74DD89C4-4E2D-E65C-294E-6B032DF04EB3}"/>
          </ac:spMkLst>
        </pc:spChg>
        <pc:picChg chg="mod">
          <ac:chgData name="현진 김" userId="75745d21e3536c0a" providerId="LiveId" clId="{D0D012EE-CAAC-4F9E-93C8-9365FBA154D9}" dt="2024-08-05T11:11:22.910" v="7909" actId="1076"/>
          <ac:picMkLst>
            <pc:docMk/>
            <pc:sldMk cId="2852265285" sldId="271"/>
            <ac:picMk id="1026" creationId="{AF636C75-321D-3609-69AE-5BD8A353EE0E}"/>
          </ac:picMkLst>
        </pc:picChg>
        <pc:picChg chg="mod">
          <ac:chgData name="현진 김" userId="75745d21e3536c0a" providerId="LiveId" clId="{D0D012EE-CAAC-4F9E-93C8-9365FBA154D9}" dt="2024-08-05T11:11:50.912" v="7912" actId="1036"/>
          <ac:picMkLst>
            <pc:docMk/>
            <pc:sldMk cId="2852265285" sldId="271"/>
            <ac:picMk id="1028" creationId="{7B8C549C-CA68-E9F6-DF4C-53CFBAD62D93}"/>
          </ac:picMkLst>
        </pc:picChg>
      </pc:sldChg>
      <pc:sldChg chg="add ord">
        <pc:chgData name="현진 김" userId="75745d21e3536c0a" providerId="LiveId" clId="{D0D012EE-CAAC-4F9E-93C8-9365FBA154D9}" dt="2024-08-05T09:48:07.580" v="4731"/>
        <pc:sldMkLst>
          <pc:docMk/>
          <pc:sldMk cId="241203267" sldId="272"/>
        </pc:sldMkLst>
      </pc:sldChg>
      <pc:sldChg chg="add ord">
        <pc:chgData name="현진 김" userId="75745d21e3536c0a" providerId="LiveId" clId="{D0D012EE-CAAC-4F9E-93C8-9365FBA154D9}" dt="2024-08-05T09:51:07.728" v="4948"/>
        <pc:sldMkLst>
          <pc:docMk/>
          <pc:sldMk cId="3121003236" sldId="273"/>
        </pc:sldMkLst>
      </pc:sldChg>
      <pc:sldChg chg="modSp add del mod">
        <pc:chgData name="현진 김" userId="75745d21e3536c0a" providerId="LiveId" clId="{D0D012EE-CAAC-4F9E-93C8-9365FBA154D9}" dt="2024-08-05T10:18:55.319" v="5843" actId="47"/>
        <pc:sldMkLst>
          <pc:docMk/>
          <pc:sldMk cId="1347027132" sldId="274"/>
        </pc:sldMkLst>
        <pc:spChg chg="mod">
          <ac:chgData name="현진 김" userId="75745d21e3536c0a" providerId="LiveId" clId="{D0D012EE-CAAC-4F9E-93C8-9365FBA154D9}" dt="2024-08-05T10:18:49.956" v="5842" actId="20577"/>
          <ac:spMkLst>
            <pc:docMk/>
            <pc:sldMk cId="1347027132" sldId="274"/>
            <ac:spMk id="3" creationId="{2F866699-11DC-7FD1-BAEE-BE97585E9504}"/>
          </ac:spMkLst>
        </pc:spChg>
      </pc:sldChg>
      <pc:sldChg chg="new del">
        <pc:chgData name="현진 김" userId="75745d21e3536c0a" providerId="LiveId" clId="{D0D012EE-CAAC-4F9E-93C8-9365FBA154D9}" dt="2024-08-05T10:19:02.844" v="5846" actId="47"/>
        <pc:sldMkLst>
          <pc:docMk/>
          <pc:sldMk cId="2328794312" sldId="274"/>
        </pc:sldMkLst>
      </pc:sldChg>
      <pc:sldChg chg="addSp delSp modSp add del mod">
        <pc:chgData name="현진 김" userId="75745d21e3536c0a" providerId="LiveId" clId="{D0D012EE-CAAC-4F9E-93C8-9365FBA154D9}" dt="2024-08-05T11:10:32.504" v="7711" actId="47"/>
        <pc:sldMkLst>
          <pc:docMk/>
          <pc:sldMk cId="2697345324" sldId="275"/>
        </pc:sldMkLst>
        <pc:spChg chg="del">
          <ac:chgData name="현진 김" userId="75745d21e3536c0a" providerId="LiveId" clId="{D0D012EE-CAAC-4F9E-93C8-9365FBA154D9}" dt="2024-08-05T10:28:56.998" v="6799" actId="478"/>
          <ac:spMkLst>
            <pc:docMk/>
            <pc:sldMk cId="2697345324" sldId="275"/>
            <ac:spMk id="2" creationId="{DCE9C339-CCED-4DC2-7F98-E9BF9DC7568A}"/>
          </ac:spMkLst>
        </pc:spChg>
        <pc:spChg chg="mod">
          <ac:chgData name="현진 김" userId="75745d21e3536c0a" providerId="LiveId" clId="{D0D012EE-CAAC-4F9E-93C8-9365FBA154D9}" dt="2024-08-05T11:10:30.748" v="7710" actId="21"/>
          <ac:spMkLst>
            <pc:docMk/>
            <pc:sldMk cId="2697345324" sldId="275"/>
            <ac:spMk id="3" creationId="{2F866699-11DC-7FD1-BAEE-BE97585E9504}"/>
          </ac:spMkLst>
        </pc:spChg>
        <pc:spChg chg="add del mod">
          <ac:chgData name="현진 김" userId="75745d21e3536c0a" providerId="LiveId" clId="{D0D012EE-CAAC-4F9E-93C8-9365FBA154D9}" dt="2024-08-05T10:28:59.012" v="6800" actId="478"/>
          <ac:spMkLst>
            <pc:docMk/>
            <pc:sldMk cId="2697345324" sldId="275"/>
            <ac:spMk id="5" creationId="{23EA5967-F757-0600-8AC7-6610246D9122}"/>
          </ac:spMkLst>
        </pc:spChg>
        <pc:spChg chg="add mod">
          <ac:chgData name="현진 김" userId="75745d21e3536c0a" providerId="LiveId" clId="{D0D012EE-CAAC-4F9E-93C8-9365FBA154D9}" dt="2024-08-05T11:04:14.308" v="7625" actId="20577"/>
          <ac:spMkLst>
            <pc:docMk/>
            <pc:sldMk cId="2697345324" sldId="275"/>
            <ac:spMk id="6" creationId="{B3CAFAC5-FAEC-3B04-03F4-93E193A7162F}"/>
          </ac:spMkLst>
        </pc:spChg>
      </pc:sldChg>
      <pc:sldChg chg="new del">
        <pc:chgData name="현진 김" userId="75745d21e3536c0a" providerId="LiveId" clId="{D0D012EE-CAAC-4F9E-93C8-9365FBA154D9}" dt="2024-08-05T10:19:06.573" v="5849" actId="47"/>
        <pc:sldMkLst>
          <pc:docMk/>
          <pc:sldMk cId="3520329947" sldId="276"/>
        </pc:sldMkLst>
      </pc:sldChg>
      <pc:sldChg chg="addSp delSp modSp add del mod">
        <pc:chgData name="현진 김" userId="75745d21e3536c0a" providerId="LiveId" clId="{D0D012EE-CAAC-4F9E-93C8-9365FBA154D9}" dt="2024-08-05T11:06:59.896" v="7629" actId="47"/>
        <pc:sldMkLst>
          <pc:docMk/>
          <pc:sldMk cId="1909374016" sldId="277"/>
        </pc:sldMkLst>
        <pc:spChg chg="mod">
          <ac:chgData name="현진 김" userId="75745d21e3536c0a" providerId="LiveId" clId="{D0D012EE-CAAC-4F9E-93C8-9365FBA154D9}" dt="2024-08-05T10:28:33.206" v="6798" actId="207"/>
          <ac:spMkLst>
            <pc:docMk/>
            <pc:sldMk cId="1909374016" sldId="277"/>
            <ac:spMk id="2" creationId="{DCE9C339-CCED-4DC2-7F98-E9BF9DC7568A}"/>
          </ac:spMkLst>
        </pc:spChg>
        <pc:spChg chg="mod">
          <ac:chgData name="현진 김" userId="75745d21e3536c0a" providerId="LiveId" clId="{D0D012EE-CAAC-4F9E-93C8-9365FBA154D9}" dt="2024-08-05T10:22:39.573" v="6289" actId="20577"/>
          <ac:spMkLst>
            <pc:docMk/>
            <pc:sldMk cId="1909374016" sldId="277"/>
            <ac:spMk id="3" creationId="{2F866699-11DC-7FD1-BAEE-BE97585E9504}"/>
          </ac:spMkLst>
        </pc:spChg>
        <pc:spChg chg="add del">
          <ac:chgData name="현진 김" userId="75745d21e3536c0a" providerId="LiveId" clId="{D0D012EE-CAAC-4F9E-93C8-9365FBA154D9}" dt="2024-08-05T10:20:02.985" v="5993" actId="478"/>
          <ac:spMkLst>
            <pc:docMk/>
            <pc:sldMk cId="1909374016" sldId="277"/>
            <ac:spMk id="5" creationId="{656315BF-3DFD-8B80-55EB-2DB88514DD96}"/>
          </ac:spMkLst>
        </pc:spChg>
      </pc:sldChg>
      <pc:sldChg chg="new del">
        <pc:chgData name="현진 김" userId="75745d21e3536c0a" providerId="LiveId" clId="{D0D012EE-CAAC-4F9E-93C8-9365FBA154D9}" dt="2024-08-05T10:22:46.903" v="6292" actId="47"/>
        <pc:sldMkLst>
          <pc:docMk/>
          <pc:sldMk cId="4155945043" sldId="278"/>
        </pc:sldMkLst>
      </pc:sldChg>
      <pc:sldChg chg="modSp add del mod">
        <pc:chgData name="현진 김" userId="75745d21e3536c0a" providerId="LiveId" clId="{D0D012EE-CAAC-4F9E-93C8-9365FBA154D9}" dt="2024-08-05T11:07:09.080" v="7631" actId="47"/>
        <pc:sldMkLst>
          <pc:docMk/>
          <pc:sldMk cId="954470920" sldId="279"/>
        </pc:sldMkLst>
        <pc:spChg chg="mod">
          <ac:chgData name="현진 김" userId="75745d21e3536c0a" providerId="LiveId" clId="{D0D012EE-CAAC-4F9E-93C8-9365FBA154D9}" dt="2024-08-05T10:23:14.718" v="6397" actId="20577"/>
          <ac:spMkLst>
            <pc:docMk/>
            <pc:sldMk cId="954470920" sldId="279"/>
            <ac:spMk id="3" creationId="{2F866699-11DC-7FD1-BAEE-BE97585E9504}"/>
          </ac:spMkLst>
        </pc:spChg>
      </pc:sldChg>
      <pc:sldChg chg="modSp add del mod">
        <pc:chgData name="현진 김" userId="75745d21e3536c0a" providerId="LiveId" clId="{D0D012EE-CAAC-4F9E-93C8-9365FBA154D9}" dt="2024-08-05T11:07:52.722" v="7634" actId="47"/>
        <pc:sldMkLst>
          <pc:docMk/>
          <pc:sldMk cId="2457652696" sldId="280"/>
        </pc:sldMkLst>
        <pc:spChg chg="mod">
          <ac:chgData name="현진 김" userId="75745d21e3536c0a" providerId="LiveId" clId="{D0D012EE-CAAC-4F9E-93C8-9365FBA154D9}" dt="2024-08-05T10:24:15.513" v="6569" actId="20577"/>
          <ac:spMkLst>
            <pc:docMk/>
            <pc:sldMk cId="2457652696" sldId="280"/>
            <ac:spMk id="3" creationId="{2F866699-11DC-7FD1-BAEE-BE97585E9504}"/>
          </ac:spMkLst>
        </pc:spChg>
      </pc:sldChg>
      <pc:sldChg chg="addSp delSp modSp new del mod">
        <pc:chgData name="현진 김" userId="75745d21e3536c0a" providerId="LiveId" clId="{D0D012EE-CAAC-4F9E-93C8-9365FBA154D9}" dt="2024-08-05T11:10:04.528" v="7709" actId="47"/>
        <pc:sldMkLst>
          <pc:docMk/>
          <pc:sldMk cId="217771151" sldId="281"/>
        </pc:sldMkLst>
        <pc:spChg chg="mod">
          <ac:chgData name="현진 김" userId="75745d21e3536c0a" providerId="LiveId" clId="{D0D012EE-CAAC-4F9E-93C8-9365FBA154D9}" dt="2024-08-05T10:33:32.994" v="7054" actId="20577"/>
          <ac:spMkLst>
            <pc:docMk/>
            <pc:sldMk cId="217771151" sldId="281"/>
            <ac:spMk id="2" creationId="{1B601590-94F4-606C-7E28-173DB63BDC2E}"/>
          </ac:spMkLst>
        </pc:spChg>
        <pc:spChg chg="del">
          <ac:chgData name="현진 김" userId="75745d21e3536c0a" providerId="LiveId" clId="{D0D012EE-CAAC-4F9E-93C8-9365FBA154D9}" dt="2024-08-05T10:31:57.521" v="7052" actId="478"/>
          <ac:spMkLst>
            <pc:docMk/>
            <pc:sldMk cId="217771151" sldId="281"/>
            <ac:spMk id="3" creationId="{9B981D5A-C46D-3C90-F86C-930363C24820}"/>
          </ac:spMkLst>
        </pc:spChg>
        <pc:spChg chg="add del mod">
          <ac:chgData name="현진 김" userId="75745d21e3536c0a" providerId="LiveId" clId="{D0D012EE-CAAC-4F9E-93C8-9365FBA154D9}" dt="2024-08-05T10:58:42.810" v="7423" actId="478"/>
          <ac:spMkLst>
            <pc:docMk/>
            <pc:sldMk cId="217771151" sldId="281"/>
            <ac:spMk id="4" creationId="{C4598264-0580-94D8-E3FD-EF25B0C03305}"/>
          </ac:spMkLst>
        </pc:spChg>
        <pc:spChg chg="add del mod">
          <ac:chgData name="현진 김" userId="75745d21e3536c0a" providerId="LiveId" clId="{D0D012EE-CAAC-4F9E-93C8-9365FBA154D9}" dt="2024-08-05T10:58:44.877" v="7424" actId="478"/>
          <ac:spMkLst>
            <pc:docMk/>
            <pc:sldMk cId="217771151" sldId="281"/>
            <ac:spMk id="6" creationId="{6E0FC5A2-0F3B-1E2E-EEBF-612D9538A5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6FB41-16F2-4E81-94EE-CB317D7CB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A0183E-A8C4-28CD-CCB0-39FE05E96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82B4D6-69B7-DFD7-3AE4-95807B7F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12D1FA-606E-A610-7400-E4111616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D6BCF9-940E-0913-F29F-2C9ACB9A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76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144EE-8EBA-3377-B428-F75C925B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5C1C9-1B97-0DC8-04A0-190CD0E3F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CF73F0-C66C-4EBA-CAAB-A32B6BE4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B5492B-7C13-E057-602C-059FA60B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E8EC12-2B3F-B3D3-D8FA-3F5ACC80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90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3E755-8DE9-557C-56A2-C60CD687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45CB7B-BF83-A6F6-41C7-FEBB0693C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2F6143-CF26-7E45-D048-AF32A589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BF95A-1070-14C1-96BE-3C2FCC38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37B0B2-FE90-CE90-8E72-5E9BB252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56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7A5B0-3E02-2C6E-D6B9-E70B7B85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6A0FD-FE7E-5B2E-5347-5DD72C278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1C2F74-B3E1-A94C-D25B-A0030AD3C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FD96E4-607B-5734-E284-026D3C14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8DD98-0F57-C2BD-4347-2D244EBE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140BBD-7ABA-738A-8B87-56DB7E84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21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EAFB6-0800-BABF-6DEB-A882BBBE2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0C00F4-1B39-5033-B1CD-C27BA10E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3B448B-045B-DE82-0F5F-B036FB903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D1DCFE-A7F2-0FBF-3B87-122A269AD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5B90CD-8BC1-6DCE-D771-3EED44FE4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583487-A152-2844-0BF8-D067C4FA6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FF1B41-B960-2B75-B2A8-434F9202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061DCED-83B5-1009-D709-FFC040F4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68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5F75D-DF5F-0A96-6FA6-15FD06F2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1B6BC2-0BCD-AFF0-D275-D116C3A5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7BBCB0-8A6C-25CB-03FA-F54D9603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22141A-50DC-0F7E-3255-C24F948E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46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297274-C330-A202-6140-ABA53900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3B0D58-EA2A-3BD0-6D3D-F534E94E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E489A-2B93-AC14-4E0B-FFB08E97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32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4F59A-C536-4153-D4E4-A7B1E825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C9ABF-7C58-5005-C761-386EE7486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CEE092-798E-3CE5-4ACE-86F168A08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0D3FAF-6062-BB04-5B36-2B12E461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B51333-620D-B38A-07FD-893DD246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C76D21-A1BC-73B2-2D4E-006CA91A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4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F85B2-710F-749E-BC13-6EF740F5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6037A6-57FE-F94C-3AF2-D99539D26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FC8CB6-F8FE-85A3-3861-5CDA8AE14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8CAF9E-658C-BC90-A3E6-CAF482C8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0D7464-DABC-A65B-E251-F69CB03E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B9D0F-0475-919B-937E-42700D6F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02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A7904-41BA-26EC-9A02-E39DCEB6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E8A1AE-1C37-9AFD-3AB5-F84BCA9CD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0E91C7-3B72-08D3-1C53-BFE1CFEE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6983E-CB80-319E-6848-BEAB0C78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5ABF1-73D8-0BB8-B05F-14561012F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53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BF85B2-B826-8C5F-A634-0F0EF0AE1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648A3E-FA64-D0CF-FD9D-464B4F81C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666045-67C4-65D9-29CD-57D320FB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DD96E-BEA2-2614-9638-19C5E9C4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DA5861-F4A2-85A1-01EE-AC081979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87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64ED85A-3461-3FF6-9E47-75ED4754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266620-CD56-80D0-9D02-718CFE36C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12709-4D79-4411-5E32-A53BAF311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7C873-4245-4B5B-9BFF-92DDB5A3AC2C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3A4E80-75AE-9FC1-EFA8-6F97763A7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DF2C0F-6C85-EAFC-CF12-2B1F215E9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A9CC9-526B-40DC-8C1B-05E0EE47F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90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19E8C-30B9-FCFC-56FD-6BA7DB7038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각자 할 것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9BF2EE-F4CC-88F4-0CC7-CDB3CE67E7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8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기 김현진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2704A-9BC5-1270-2797-C92576579178}"/>
              </a:ext>
            </a:extLst>
          </p:cNvPr>
          <p:cNvSpPr txBox="1"/>
          <p:nvPr/>
        </p:nvSpPr>
        <p:spPr>
          <a:xfrm>
            <a:off x="4250055" y="1946831"/>
            <a:ext cx="3691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제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6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회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/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주소정보 활용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/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아이디어 공모전</a:t>
            </a:r>
          </a:p>
        </p:txBody>
      </p:sp>
    </p:spTree>
    <p:extLst>
      <p:ext uri="{BB962C8B-B14F-4D97-AF65-F5344CB8AC3E}">
        <p14:creationId xmlns:p14="http://schemas.microsoft.com/office/powerpoint/2010/main" val="111951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2D234-7D4B-A6A3-BB98-0462AA6B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A9B9B1-7EDE-0EBA-5A4E-D80FADBF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의 뜻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1~5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번 인지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514350" indent="-514350">
              <a:buAutoNum type="arabicPeriod"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개최 목적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＂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에 대한 배경 조사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생활 속 다양한 주소정보를 정책 아이디어로 발굴해 국민 생활 안전과 편리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스마트한 주소정보 서비스 창출 </a:t>
            </a:r>
          </a:p>
        </p:txBody>
      </p:sp>
    </p:spTree>
    <p:extLst>
      <p:ext uri="{BB962C8B-B14F-4D97-AF65-F5344CB8AC3E}">
        <p14:creationId xmlns:p14="http://schemas.microsoft.com/office/powerpoint/2010/main" val="213516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48531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1.”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＂ 1)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뒤쪽의 경치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D89C4-4E2D-E65C-294E-6B032DF04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7048"/>
            <a:ext cx="10841735" cy="464991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내 시선에서 어떤 사물을 볼 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그 사물 뒤쪽 객관적인 모습  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=&gt;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 이외의 둘러싼 모든 것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보이는 것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0" indent="0">
              <a:buNone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그 인물을 설명하는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이해할 수 있게 하는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영향을 줄만한 요소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Ex.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개최 목적 문장에서의 </a:t>
            </a:r>
            <a:r>
              <a:rPr lang="ko-KR" altLang="en-US" dirty="0" err="1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단어랑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문장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뜻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왜 이런 말을 썼을까 하는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의도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등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pic>
        <p:nvPicPr>
          <p:cNvPr id="1026" name="Picture 2" descr="배경 화면 : 아름다움, 도로, 소녀, 하부 구조, 사진술, 레이디, 스냅 사진, 나무, 거리, 미소, 사진 촬영, 차량, 휴가,  여행, 시티, 장난, 인물 사진 1024x683 - - 902320 - 배경 화면 - WallHere">
            <a:extLst>
              <a:ext uri="{FF2B5EF4-FFF2-40B4-BE49-F238E27FC236}">
                <a16:creationId xmlns:a16="http://schemas.microsoft.com/office/drawing/2014/main" id="{AF636C75-321D-3609-69AE-5BD8A353E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249" y="3567849"/>
            <a:ext cx="4053840" cy="270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인생샷 건지자! 인물 사진 찍는 노하우 – 삼성전자 반도체 뉴스룸">
            <a:extLst>
              <a:ext uri="{FF2B5EF4-FFF2-40B4-BE49-F238E27FC236}">
                <a16:creationId xmlns:a16="http://schemas.microsoft.com/office/drawing/2014/main" id="{7B8C549C-CA68-E9F6-DF4C-53CFBAD62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140" y="3576991"/>
            <a:ext cx="4893902" cy="270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26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당신은 사건 현장에 있습니다 - 예스24">
            <a:extLst>
              <a:ext uri="{FF2B5EF4-FFF2-40B4-BE49-F238E27FC236}">
                <a16:creationId xmlns:a16="http://schemas.microsoft.com/office/drawing/2014/main" id="{C9FEBA48-8B14-6C17-7DC9-213DB735A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456" y="3794125"/>
            <a:ext cx="2984441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 – 2)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사건이나 환경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따위를 둘러싼 주위의 정경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213FB5B-3D26-C4E7-DCF4-878A9D44B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41735" cy="4486275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사건이나 환경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 따위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=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어떤 </a:t>
            </a:r>
            <a:r>
              <a:rPr lang="ko-KR" altLang="en-US" b="1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주요 대상이나 중심 내용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예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이야기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상황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그림 등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을 둘러싼 요소들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이들 각각은 그 중심 내용을 </a:t>
            </a:r>
            <a:r>
              <a:rPr lang="ko-KR" altLang="en-US" b="1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이해하거나 설명하는 데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중요한 역할을 함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=&gt;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주요 대상을 이해하는 데 필요한 요소들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상황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환경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등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 포함된 사회적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물리적 상황의 모습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47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 – 3)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앞에 드러나지 아니한 채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뒤에서 돌보아 주는 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D89C4-4E2D-E65C-294E-6B032DF04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=&gt;</a:t>
            </a:r>
            <a:r>
              <a:rPr lang="ko-KR" altLang="en-US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간접적으로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이 사건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혹은 일에 </a:t>
            </a:r>
            <a:r>
              <a:rPr lang="ko-KR" altLang="en-US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영향을 주는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힘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요소</a:t>
            </a:r>
          </a:p>
        </p:txBody>
      </p:sp>
      <p:pic>
        <p:nvPicPr>
          <p:cNvPr id="4098" name="Picture 2" descr="07화 다들 든든한 빽 하나쯤은 있지 않나요?">
            <a:extLst>
              <a:ext uri="{FF2B5EF4-FFF2-40B4-BE49-F238E27FC236}">
                <a16:creationId xmlns:a16="http://schemas.microsoft.com/office/drawing/2014/main" id="{0BE0E7E8-E3BA-866B-2514-C3E2051BE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696" y="3804409"/>
            <a:ext cx="2962656" cy="296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영어로 빽을 쓰다, 빽으로 취업, 빽이 많다 등... 표현 배우기 : 네이버 블로그">
            <a:extLst>
              <a:ext uri="{FF2B5EF4-FFF2-40B4-BE49-F238E27FC236}">
                <a16:creationId xmlns:a16="http://schemas.microsoft.com/office/drawing/2014/main" id="{25326DAE-6AC8-826E-C8D9-D5E5D0862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470" y="3804409"/>
            <a:ext cx="4468268" cy="296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82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 – 4)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문학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문학 작품에서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주제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를 뒷받침하는 시대적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/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사회적 환경이나 장소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D89C4-4E2D-E65C-294E-6B032DF04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작품을 통해 그 작가가 전달하고자 하는 사상이나 감정이 맞다고 판단하여 그 주장에 힘을 실어주는 </a:t>
            </a:r>
            <a:r>
              <a:rPr lang="ko-KR" altLang="en-US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그 시대와 사회의 특징적인 상황</a:t>
            </a:r>
            <a:r>
              <a:rPr lang="en-US" altLang="ko-KR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 </a:t>
            </a:r>
            <a:endParaRPr lang="en-US" altLang="ko-KR" dirty="0">
              <a:solidFill>
                <a:srgbClr val="FF0000"/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pic>
        <p:nvPicPr>
          <p:cNvPr id="5122" name="Picture 2" descr="Support">
            <a:extLst>
              <a:ext uri="{FF2B5EF4-FFF2-40B4-BE49-F238E27FC236}">
                <a16:creationId xmlns:a16="http://schemas.microsoft.com/office/drawing/2014/main" id="{9A275902-927D-E793-BEB0-D089168B2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902" y="3326956"/>
            <a:ext cx="38195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500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 – 5)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예체능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일반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무대 뒤에 그리거나 꾸며 놓은 장치</a:t>
            </a:r>
          </a:p>
        </p:txBody>
      </p:sp>
      <p:pic>
        <p:nvPicPr>
          <p:cNvPr id="6146" name="Picture 2" descr="Raphaelle Peale 단색 구성 스타일의 나무 무대 배경 배경에 스포트라이트가 있는 무대 | 프리미엄 사진">
            <a:extLst>
              <a:ext uri="{FF2B5EF4-FFF2-40B4-BE49-F238E27FC236}">
                <a16:creationId xmlns:a16="http://schemas.microsoft.com/office/drawing/2014/main" id="{D334F745-FA01-B496-09D3-DE17C34E75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71" y="3207733"/>
            <a:ext cx="3285141" cy="328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통디자인 02-465-2221">
            <a:extLst>
              <a:ext uri="{FF2B5EF4-FFF2-40B4-BE49-F238E27FC236}">
                <a16:creationId xmlns:a16="http://schemas.microsoft.com/office/drawing/2014/main" id="{75D58889-73B7-F9CA-67B1-20DDE108C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927" y="3207733"/>
            <a:ext cx="3285142" cy="328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AB84537-C979-B0E5-60C8-E56D6C02415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=&gt;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주최가 직접적으로 알려준 간접 정보 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9808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3493C-0091-2F94-CDFE-D2C9B955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3F7FE3-C0FC-7565-AE63-A204C176E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85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1.”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＂ 1)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뒤쪽의 경치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D89C4-4E2D-E65C-294E-6B032DF04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33856"/>
            <a:ext cx="10841735" cy="5043107"/>
          </a:xfrm>
        </p:spPr>
        <p:txBody>
          <a:bodyPr/>
          <a:lstStyle/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뒤쪽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향하고 있는 방향과 반대되는 쪽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경치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[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[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산이나 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강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바다 따위의 자연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]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이나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[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지역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]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]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의 </a:t>
            </a:r>
            <a:r>
              <a:rPr lang="ko-KR" altLang="en-US" u="sng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겉으로 나타난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(=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눈에 보이는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모양 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내 해석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내 시선에서 어떤 사물을 볼 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그 사물 뒤쪽의 그 곳의 객관적인 모습  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0" indent="0">
              <a:buNone/>
            </a:pP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pic>
        <p:nvPicPr>
          <p:cNvPr id="1026" name="Picture 2" descr="배경 화면 : 아름다움, 도로, 소녀, 하부 구조, 사진술, 레이디, 스냅 사진, 나무, 거리, 미소, 사진 촬영, 차량, 휴가,  여행, 시티, 장난, 인물 사진 1024x683 - - 902320 - 배경 화면 - WallHere">
            <a:extLst>
              <a:ext uri="{FF2B5EF4-FFF2-40B4-BE49-F238E27FC236}">
                <a16:creationId xmlns:a16="http://schemas.microsoft.com/office/drawing/2014/main" id="{AF636C75-321D-3609-69AE-5BD8A353E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92" y="3346703"/>
            <a:ext cx="4716953" cy="314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인생샷 건지자! 인물 사진 찍는 노하우 – 삼성전자 반도체 뉴스룸">
            <a:extLst>
              <a:ext uri="{FF2B5EF4-FFF2-40B4-BE49-F238E27FC236}">
                <a16:creationId xmlns:a16="http://schemas.microsoft.com/office/drawing/2014/main" id="{7B8C549C-CA68-E9F6-DF4C-53CFBAD62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506" y="3346703"/>
            <a:ext cx="5694429" cy="314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85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 – 2)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사건이나 환경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따위를 둘러싼 주위의 정경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213FB5B-3D26-C4E7-DCF4-878A9D44B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41735" cy="516731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사회적으로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문제를 일으키거나 주목을 받을 만한 뜻밖의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예상치 못한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일 </a:t>
            </a:r>
            <a:r>
              <a:rPr lang="en-US" altLang="ko-KR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[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전개</a:t>
            </a:r>
            <a:r>
              <a:rPr lang="en-US" altLang="ko-KR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]</a:t>
            </a:r>
          </a:p>
          <a:p>
            <a:pPr marL="457200" lvl="1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ex.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역사적 사건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사건이 터지다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사건을 해결하다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사건의 진상을 밝히다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457200" lvl="1" indent="0">
              <a:buNone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수사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기소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재판 등 사법 작용의 대상이 되는 일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어떤 실험이나 시행에서 일어날 수 있는 결과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환경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생물에게 직접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간접으로 영향을 주는 자연적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[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물리적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]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조건이나 사회적 상황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[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사회적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물리적 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]</a:t>
            </a:r>
          </a:p>
          <a:p>
            <a:pPr marL="457200" lvl="1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Ex.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교육 환경 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생김새나 됨됨이로 본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일정한 상황에서 어떤 역할을 하는 사람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뛰어난 사람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사람과 물건을 아울러 이르는 말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사람을 주제로 한 그림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[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 참여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영향 주는 등장인물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]</a:t>
            </a:r>
          </a:p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따위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 ＇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앞에 나온 종류의 것들이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나열되었음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혹은 앞에 나온 것들과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같은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종류의 것들이 더 있음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＇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을 나타내는 말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환경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인물과 같은 종류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??</a:t>
            </a:r>
            <a:r>
              <a:rPr lang="ko-KR" altLang="en-US" dirty="0"/>
              <a:t>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장소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시간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상황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분위기 등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어떤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주요 대상이나 중심 내용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예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이야기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상황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그림 등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을 둘러싼 요소들이며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이들 각각은 그 중심 내용을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이해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하거나 설명하는 데 중요한 역할을 합니다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5654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당신은 사건 현장에 있습니다 - 예스24">
            <a:extLst>
              <a:ext uri="{FF2B5EF4-FFF2-40B4-BE49-F238E27FC236}">
                <a16:creationId xmlns:a16="http://schemas.microsoft.com/office/drawing/2014/main" id="{C9FEBA48-8B14-6C17-7DC9-213DB735A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336" y="4031439"/>
            <a:ext cx="2212848" cy="227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 – 2)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사건이나 환경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따위를 둘러싼 주위의 정경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213FB5B-3D26-C4E7-DCF4-878A9D44B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41735" cy="4486275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둘러싼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어떤 것을 행동이나 관심의 </a:t>
            </a:r>
            <a:r>
              <a:rPr lang="ko-KR" altLang="en-US" b="1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중심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으로 삼다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둥글게 에워싸다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둘러서 감싸다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주위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둘러싸고 있는 환경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정경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나의 생각이나 감정에 영향을 주는 모습이나 환경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=&gt;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주요 대상을 이해하는 데 필요한 요소들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인물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사건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상황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환경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등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 포함된 사회적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물리적 상황의 모습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22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 – 3)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앞에 드러나지 아니한 채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뒤에서 돌보아 주는 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D89C4-4E2D-E65C-294E-6B032DF04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Ex.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배경이 든든하다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그 회사는 배경이 좋은 사람을 선택했다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그가 이렇게 빠르게 성공할 수 있었던 것은 강력한 정치적 배경 덕분이었다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돌보다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관심을 가지고 보살피다</a:t>
            </a:r>
          </a:p>
        </p:txBody>
      </p:sp>
      <p:pic>
        <p:nvPicPr>
          <p:cNvPr id="4098" name="Picture 2" descr="07화 다들 든든한 빽 하나쯤은 있지 않나요?">
            <a:extLst>
              <a:ext uri="{FF2B5EF4-FFF2-40B4-BE49-F238E27FC236}">
                <a16:creationId xmlns:a16="http://schemas.microsoft.com/office/drawing/2014/main" id="{0BE0E7E8-E3BA-866B-2514-C3E2051BE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696" y="3804409"/>
            <a:ext cx="2962656" cy="296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영어로 빽을 쓰다, 빽으로 취업, 빽이 많다 등... 표현 배우기 : 네이버 블로그">
            <a:extLst>
              <a:ext uri="{FF2B5EF4-FFF2-40B4-BE49-F238E27FC236}">
                <a16:creationId xmlns:a16="http://schemas.microsoft.com/office/drawing/2014/main" id="{25326DAE-6AC8-826E-C8D9-D5E5D0862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470" y="3804409"/>
            <a:ext cx="4468268" cy="296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03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345D-AFF2-38D2-27B0-637474E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1.“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배경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 – 5)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예체능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일반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무대 뒤에 그리거나 꾸며 놓은 장치</a:t>
            </a:r>
          </a:p>
        </p:txBody>
      </p:sp>
      <p:pic>
        <p:nvPicPr>
          <p:cNvPr id="6146" name="Picture 2" descr="Raphaelle Peale 단색 구성 스타일의 나무 무대 배경 배경에 스포트라이트가 있는 무대 | 프리미엄 사진">
            <a:extLst>
              <a:ext uri="{FF2B5EF4-FFF2-40B4-BE49-F238E27FC236}">
                <a16:creationId xmlns:a16="http://schemas.microsoft.com/office/drawing/2014/main" id="{D334F745-FA01-B496-09D3-DE17C34E75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71" y="3207733"/>
            <a:ext cx="3285141" cy="328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통디자인 02-465-2221">
            <a:extLst>
              <a:ext uri="{FF2B5EF4-FFF2-40B4-BE49-F238E27FC236}">
                <a16:creationId xmlns:a16="http://schemas.microsoft.com/office/drawing/2014/main" id="{75D58889-73B7-F9CA-67B1-20DDE108C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927" y="3207733"/>
            <a:ext cx="3285142" cy="328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AB84537-C979-B0E5-60C8-E56D6C02415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무대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이야기의 배경이 되는 곳을 비유적으로 이르는 말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=&gt;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어떤 사물의  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100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674</Words>
  <Application>Microsoft Office PowerPoint</Application>
  <PresentationFormat>와이드스크린</PresentationFormat>
  <Paragraphs>47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스물셋유진체!</vt:lpstr>
      <vt:lpstr>Arial</vt:lpstr>
      <vt:lpstr>Symbol</vt:lpstr>
      <vt:lpstr>Office 테마</vt:lpstr>
      <vt:lpstr>각자 할 것</vt:lpstr>
      <vt:lpstr>목차</vt:lpstr>
      <vt:lpstr>1.”배경＂ 1)뒤쪽의 경치</vt:lpstr>
      <vt:lpstr>1.“배경” – 2) (사건이나 환경,인물) 따위를 둘러싼 주위의 정경</vt:lpstr>
      <vt:lpstr>1.“배경” – 3)앞에 드러나지 아니한 채 뒤에서 돌보아 주는 힘</vt:lpstr>
      <vt:lpstr>1.“배경” – 4) (문학)문학 작품에서,주제를 뒷받침하는 시대적/사회적 환경이나 장소</vt:lpstr>
      <vt:lpstr>1.“배경” – 5)(예체능,일반)무대 뒤에 그리거나 꾸며 놓은 장치</vt:lpstr>
      <vt:lpstr>끝</vt:lpstr>
      <vt:lpstr>1.”배경＂ 1)뒤쪽의 경치</vt:lpstr>
      <vt:lpstr>1.“배경” – 2) (사건이나 환경,인물) 따위를 둘러싼 주위의 정경</vt:lpstr>
      <vt:lpstr>1.“배경” – 2) (사건이나 환경,인물) 따위를 둘러싼 주위의 정경</vt:lpstr>
      <vt:lpstr>1.“배경” – 3)앞에 드러나지 아니한 채 뒤에서 돌보아 주는 힘</vt:lpstr>
      <vt:lpstr>1.“배경” – 5)(예체능,일반)무대 뒤에 그리거나 꾸며 놓은 장치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2024-08-05T07:48:19Z</dcterms:created>
  <dcterms:modified xsi:type="dcterms:W3CDTF">2024-08-05T11:28:39Z</dcterms:modified>
</cp:coreProperties>
</file>