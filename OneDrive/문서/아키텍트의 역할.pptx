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49F3B5-2662-4C89-81BA-9E4E803C3D4C}" v="8" dt="2024-06-23T12:17:19.2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김" userId="75745d21e3536c0a" providerId="LiveId" clId="{4D49F3B5-2662-4C89-81BA-9E4E803C3D4C}"/>
    <pc:docChg chg="custSel modSld">
      <pc:chgData name="현진 김" userId="75745d21e3536c0a" providerId="LiveId" clId="{4D49F3B5-2662-4C89-81BA-9E4E803C3D4C}" dt="2024-06-23T12:18:56.363" v="88" actId="14100"/>
      <pc:docMkLst>
        <pc:docMk/>
      </pc:docMkLst>
      <pc:sldChg chg="addSp delSp modSp mod">
        <pc:chgData name="현진 김" userId="75745d21e3536c0a" providerId="LiveId" clId="{4D49F3B5-2662-4C89-81BA-9E4E803C3D4C}" dt="2024-06-23T12:18:56.363" v="88" actId="14100"/>
        <pc:sldMkLst>
          <pc:docMk/>
          <pc:sldMk cId="2156835751" sldId="256"/>
        </pc:sldMkLst>
        <pc:spChg chg="mod">
          <ac:chgData name="현진 김" userId="75745d21e3536c0a" providerId="LiveId" clId="{4D49F3B5-2662-4C89-81BA-9E4E803C3D4C}" dt="2024-06-23T12:15:09.961" v="10" actId="1076"/>
          <ac:spMkLst>
            <pc:docMk/>
            <pc:sldMk cId="2156835751" sldId="256"/>
            <ac:spMk id="28" creationId="{210890EB-21CC-063B-8E23-B19F89F9209C}"/>
          </ac:spMkLst>
        </pc:spChg>
        <pc:spChg chg="add mod">
          <ac:chgData name="현진 김" userId="75745d21e3536c0a" providerId="LiveId" clId="{4D49F3B5-2662-4C89-81BA-9E4E803C3D4C}" dt="2024-06-23T12:15:31.799" v="40" actId="1076"/>
          <ac:spMkLst>
            <pc:docMk/>
            <pc:sldMk cId="2156835751" sldId="256"/>
            <ac:spMk id="29" creationId="{CAEE777A-4C9E-28DE-C7A9-B6E9B79A77A1}"/>
          </ac:spMkLst>
        </pc:spChg>
        <pc:spChg chg="add mod">
          <ac:chgData name="현진 김" userId="75745d21e3536c0a" providerId="LiveId" clId="{4D49F3B5-2662-4C89-81BA-9E4E803C3D4C}" dt="2024-06-23T12:15:48.305" v="54" actId="1076"/>
          <ac:spMkLst>
            <pc:docMk/>
            <pc:sldMk cId="2156835751" sldId="256"/>
            <ac:spMk id="30" creationId="{6934FC1A-654F-6B5D-733F-634CC9FB7DC5}"/>
          </ac:spMkLst>
        </pc:spChg>
        <pc:cxnChg chg="add del mod">
          <ac:chgData name="현진 김" userId="75745d21e3536c0a" providerId="LiveId" clId="{4D49F3B5-2662-4C89-81BA-9E4E803C3D4C}" dt="2024-06-23T12:16:23.336" v="56" actId="478"/>
          <ac:cxnSpMkLst>
            <pc:docMk/>
            <pc:sldMk cId="2156835751" sldId="256"/>
            <ac:cxnSpMk id="32" creationId="{453CDB22-2213-4A68-591E-505FD3A8144C}"/>
          </ac:cxnSpMkLst>
        </pc:cxnChg>
        <pc:cxnChg chg="add mod">
          <ac:chgData name="현진 김" userId="75745d21e3536c0a" providerId="LiveId" clId="{4D49F3B5-2662-4C89-81BA-9E4E803C3D4C}" dt="2024-06-23T12:18:56.363" v="88" actId="14100"/>
          <ac:cxnSpMkLst>
            <pc:docMk/>
            <pc:sldMk cId="2156835751" sldId="256"/>
            <ac:cxnSpMk id="34" creationId="{6B290EE9-D055-A087-A3E7-EB873D75DCD1}"/>
          </ac:cxnSpMkLst>
        </pc:cxnChg>
        <pc:cxnChg chg="add mod">
          <ac:chgData name="현진 김" userId="75745d21e3536c0a" providerId="LiveId" clId="{4D49F3B5-2662-4C89-81BA-9E4E803C3D4C}" dt="2024-06-23T12:17:54.993" v="74" actId="14100"/>
          <ac:cxnSpMkLst>
            <pc:docMk/>
            <pc:sldMk cId="2156835751" sldId="256"/>
            <ac:cxnSpMk id="35" creationId="{634AA8DA-947E-59B7-0FD6-C7F8B2D1056F}"/>
          </ac:cxnSpMkLst>
        </pc:cxnChg>
        <pc:cxnChg chg="add mod">
          <ac:chgData name="현진 김" userId="75745d21e3536c0a" providerId="LiveId" clId="{4D49F3B5-2662-4C89-81BA-9E4E803C3D4C}" dt="2024-06-23T12:18:40.777" v="85" actId="14100"/>
          <ac:cxnSpMkLst>
            <pc:docMk/>
            <pc:sldMk cId="2156835751" sldId="256"/>
            <ac:cxnSpMk id="36" creationId="{10D3E370-A6B3-175D-4255-4905567E6368}"/>
          </ac:cxnSpMkLst>
        </pc:cxnChg>
        <pc:cxnChg chg="add mod">
          <ac:chgData name="현진 김" userId="75745d21e3536c0a" providerId="LiveId" clId="{4D49F3B5-2662-4C89-81BA-9E4E803C3D4C}" dt="2024-06-23T12:18:07.353" v="78" actId="14100"/>
          <ac:cxnSpMkLst>
            <pc:docMk/>
            <pc:sldMk cId="2156835751" sldId="256"/>
            <ac:cxnSpMk id="37" creationId="{B4691143-1E24-A51D-CCAA-667875669604}"/>
          </ac:cxnSpMkLst>
        </pc:cxnChg>
        <pc:cxnChg chg="add mod">
          <ac:chgData name="현진 김" userId="75745d21e3536c0a" providerId="LiveId" clId="{4D49F3B5-2662-4C89-81BA-9E4E803C3D4C}" dt="2024-06-23T12:18:25.327" v="82" actId="14100"/>
          <ac:cxnSpMkLst>
            <pc:docMk/>
            <pc:sldMk cId="2156835751" sldId="256"/>
            <ac:cxnSpMk id="38" creationId="{F9B660D0-54D8-C3E6-9F7A-92C5C0DCD38F}"/>
          </ac:cxnSpMkLst>
        </pc:cxnChg>
        <pc:cxnChg chg="add mod">
          <ac:chgData name="현진 김" userId="75745d21e3536c0a" providerId="LiveId" clId="{4D49F3B5-2662-4C89-81BA-9E4E803C3D4C}" dt="2024-06-23T12:18:53.515" v="87" actId="14100"/>
          <ac:cxnSpMkLst>
            <pc:docMk/>
            <pc:sldMk cId="2156835751" sldId="256"/>
            <ac:cxnSpMk id="39" creationId="{319DD5C5-2835-0D62-FAA9-F3F3B568C4D0}"/>
          </ac:cxnSpMkLst>
        </pc:cxnChg>
        <pc:cxnChg chg="add mod">
          <ac:chgData name="현진 김" userId="75745d21e3536c0a" providerId="LiveId" clId="{4D49F3B5-2662-4C89-81BA-9E4E803C3D4C}" dt="2024-06-23T12:18:46.611" v="86" actId="14100"/>
          <ac:cxnSpMkLst>
            <pc:docMk/>
            <pc:sldMk cId="2156835751" sldId="256"/>
            <ac:cxnSpMk id="40" creationId="{34B7CD98-E15B-A55A-E86F-9B3ECA31EC1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99C533-A131-1C70-7BE7-234766EFA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9E3544-471D-2CAD-B143-49328F533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864E73-750D-2ADF-60CD-3B42C75D4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26D9-25C7-4C7E-A7D2-2B88D0F64686}" type="datetimeFigureOut">
              <a:rPr lang="ko-KR" altLang="en-US" smtClean="0"/>
              <a:t>2024-06-23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7B057C-7098-6C28-4256-6B4FC978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E7B588-844E-D7F0-3FFF-DBEB49749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FD8C-13C0-4740-8257-BD09C55AC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986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48FB2-6396-F4B9-6A2B-901D9BF38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7F8C79-247D-9084-7C47-04182E1BB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8EA62C-AD0C-7727-FC77-953885E0C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26D9-25C7-4C7E-A7D2-2B88D0F64686}" type="datetimeFigureOut">
              <a:rPr lang="ko-KR" altLang="en-US" smtClean="0"/>
              <a:t>2024-06-23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0DF3D7-5574-CF67-9EF5-949609E4E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11ADA-30A0-B9F1-08CE-2842B286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FD8C-13C0-4740-8257-BD09C55AC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2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815949-6949-B2C1-DDF8-9663C6994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279499-F366-056E-F0B6-526A0B9CB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B63134-E5DA-77A9-2704-8D751BE8F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26D9-25C7-4C7E-A7D2-2B88D0F64686}" type="datetimeFigureOut">
              <a:rPr lang="ko-KR" altLang="en-US" smtClean="0"/>
              <a:t>2024-06-23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E5638C-9F5B-2A3F-B759-2CBA532F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66044B-4DD7-714F-A52C-B5D8844A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FD8C-13C0-4740-8257-BD09C55AC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674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C5E5B8-5E5B-1BBA-1C9B-A0693B7E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8EEAF-91FC-5B9D-028B-C1B1F64C7F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472250-B4C6-5F6F-861B-D6D495A04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AC1779-0937-CDC7-2833-6F67765C8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26D9-25C7-4C7E-A7D2-2B88D0F64686}" type="datetimeFigureOut">
              <a:rPr lang="ko-KR" altLang="en-US" smtClean="0"/>
              <a:t>2024-06-23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5451C6-F2B6-AA29-1AA3-35D783B5A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659BF5-4A0B-07F1-CD96-D55E27AF4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FD8C-13C0-4740-8257-BD09C55AC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411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0343A-9D20-BEBD-1638-02AF47A96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838D22-2FCE-E9E9-4420-EDAD3A7EF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77B59E-9B16-E2FA-D9AE-4D563B253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473F558-CE58-A4BD-48E7-0C9B7291A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E00E51A-CECB-1294-9E88-910CAA758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CA3D63-90F2-FD31-448F-05AB3C497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26D9-25C7-4C7E-A7D2-2B88D0F64686}" type="datetimeFigureOut">
              <a:rPr lang="ko-KR" altLang="en-US" smtClean="0"/>
              <a:t>2024-06-23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02EFD7A-7DE6-DE6C-56BC-A28215CB7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A3F723-1B0D-1B13-55F8-7D11BF58B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FD8C-13C0-4740-8257-BD09C55AC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33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D2DBA-6B6D-756D-724E-41009E11F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036A4CD-7A7B-E626-F3E0-777F8E8B4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26D9-25C7-4C7E-A7D2-2B88D0F64686}" type="datetimeFigureOut">
              <a:rPr lang="ko-KR" altLang="en-US" smtClean="0"/>
              <a:t>2024-06-23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15754FD-6301-B4D7-DD81-3463F6B02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4D4359-AE54-D3B0-3D46-D43DB455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FD8C-13C0-4740-8257-BD09C55AC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088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6C03D2E-BE18-726D-7935-F41F74365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26D9-25C7-4C7E-A7D2-2B88D0F64686}" type="datetimeFigureOut">
              <a:rPr lang="ko-KR" altLang="en-US" smtClean="0"/>
              <a:t>2024-06-23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D381A30-BA35-3724-E14C-E2679EE6B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BF3348-7677-AE1C-1918-8773BD697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FD8C-13C0-4740-8257-BD09C55AC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04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B60F4-EC46-5C92-0E80-721BD96CC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02D475-4BDF-BC83-4851-62E62AAC0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44AFDE-886D-9082-CD69-B191A23D9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333668-1BDA-D537-4321-F72830DDD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26D9-25C7-4C7E-A7D2-2B88D0F64686}" type="datetimeFigureOut">
              <a:rPr lang="ko-KR" altLang="en-US" smtClean="0"/>
              <a:t>2024-06-23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5A297E-3158-15B8-860A-5505EB7F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BD9A74-7F91-3FC5-CE8C-36BEDA0C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FD8C-13C0-4740-8257-BD09C55AC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213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C2F1FE-52B4-ECC2-6CCB-DDF7D078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14C456-BF6E-73B8-5E66-D208402A88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C493A5-7606-5C44-A28D-2517AA482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EF2D99-5312-E381-ADA7-997E916C4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26D9-25C7-4C7E-A7D2-2B88D0F64686}" type="datetimeFigureOut">
              <a:rPr lang="ko-KR" altLang="en-US" smtClean="0"/>
              <a:t>2024-06-23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78DFE2-FE67-245F-B20F-B67F4D0F7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DF043E-1488-1C37-6896-A3E221609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FD8C-13C0-4740-8257-BD09C55AC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764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B6C84-471C-67DD-9AB4-D98B7207C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D4A9F6-164F-4886-B993-D78C85B27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6A075A-6D12-11F1-CC9D-6664C5DA7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26D9-25C7-4C7E-A7D2-2B88D0F64686}" type="datetimeFigureOut">
              <a:rPr lang="ko-KR" altLang="en-US" smtClean="0"/>
              <a:t>2024-06-23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4D62A6-D906-9F46-B854-829F4FDE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675448-AC1A-7DD1-1F1F-75F711BB4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FD8C-13C0-4740-8257-BD09C55AC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413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962DEE4-A049-F8B3-91B4-7DF48BBA7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EB444C-B132-ACA3-5B66-0A625B4E6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4146B2-CE30-1AB4-1F1A-224E5F72B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26D9-25C7-4C7E-A7D2-2B88D0F64686}" type="datetimeFigureOut">
              <a:rPr lang="ko-KR" altLang="en-US" smtClean="0"/>
              <a:t>2024-06-23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A538CF-5AC4-7A5B-03BC-26CC8E565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734589-8250-8A35-98FC-9CC08E757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FD8C-13C0-4740-8257-BD09C55AC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616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CF43CCF-D566-EE8A-C3A6-09A023355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F41E38-8B11-15D4-31BC-FAA0EA50B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F903C7-EC4C-FA84-2F9C-D36E457EE4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AE26D9-25C7-4C7E-A7D2-2B88D0F64686}" type="datetimeFigureOut">
              <a:rPr lang="ko-KR" altLang="en-US" smtClean="0"/>
              <a:t>2024-06-23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6FD4E5-55DA-0695-E742-EE4E662B22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BAABDD-2A40-10C0-2588-167D26E2C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1AFD8C-13C0-4740-8257-BD09C55AC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56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microsoft.com/office/2007/relationships/hdphoto" Target="../media/hdphoto8.wdp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D245027-FF91-974A-FAA6-9407500B2D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676" y1="28125" x2="17676" y2="28125"/>
                        <a14:foregroundMark x1="23971" y1="19318" x2="23971" y2="19318"/>
                        <a14:foregroundMark x1="33414" y1="16477" x2="33414" y2="16477"/>
                        <a14:foregroundMark x1="41646" y1="15057" x2="41646" y2="15057"/>
                        <a14:foregroundMark x1="49395" y1="12216" x2="49395" y2="12216"/>
                        <a14:foregroundMark x1="58596" y1="12216" x2="58596" y2="12216"/>
                        <a14:foregroundMark x1="66828" y1="14205" x2="66828" y2="14205"/>
                        <a14:foregroundMark x1="76271" y1="18466" x2="76271" y2="18466"/>
                        <a14:foregroundMark x1="82809" y1="27273" x2="82809" y2="27273"/>
                        <a14:foregroundMark x1="81840" y1="57386" x2="81840" y2="57386"/>
                        <a14:foregroundMark x1="74092" y1="65057" x2="74092" y2="65057"/>
                        <a14:foregroundMark x1="25908" y1="65341" x2="25908" y2="65341"/>
                        <a14:foregroundMark x1="17918" y1="57955" x2="17918" y2="57955"/>
                      </a14:backgroundRemoval>
                    </a14:imgEffect>
                  </a14:imgLayer>
                </a14:imgProps>
              </a:ext>
            </a:extLst>
          </a:blip>
          <a:srcRect l="9686" t="5639" r="11138" b="7244"/>
          <a:stretch/>
        </p:blipFill>
        <p:spPr>
          <a:xfrm>
            <a:off x="5263614" y="75276"/>
            <a:ext cx="1664769" cy="15611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E657F3C-6645-2C55-BF83-634D4511B81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019" b="90451" l="9804" r="89760">
                        <a14:foregroundMark x1="46623" y1="90716" x2="46623" y2="90716"/>
                        <a14:foregroundMark x1="54902" y1="9019" x2="54902" y2="9019"/>
                      </a14:backgroundRemoval>
                    </a14:imgEffect>
                  </a14:imgLayer>
                </a14:imgProps>
              </a:ext>
            </a:extLst>
          </a:blip>
          <a:srcRect l="13943" t="3119" r="9553" b="4990"/>
          <a:stretch/>
        </p:blipFill>
        <p:spPr>
          <a:xfrm>
            <a:off x="8389597" y="474540"/>
            <a:ext cx="1700451" cy="16775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86A9E8C-D5E6-0512-569F-9EFFF1ACA37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949" b="90513" l="9633" r="89679">
                        <a14:foregroundMark x1="28211" y1="10513" x2="28211" y2="10513"/>
                        <a14:foregroundMark x1="41972" y1="13846" x2="41972" y2="13846"/>
                        <a14:foregroundMark x1="35550" y1="15897" x2="35550" y2="15897"/>
                        <a14:foregroundMark x1="35550" y1="20513" x2="35550" y2="20513"/>
                        <a14:foregroundMark x1="36468" y1="25385" x2="36468" y2="25385"/>
                        <a14:foregroundMark x1="47477" y1="19231" x2="47477" y2="19231"/>
                        <a14:foregroundMark x1="47936" y1="12821" x2="47936" y2="12821"/>
                        <a14:foregroundMark x1="49083" y1="20513" x2="49083" y2="20513"/>
                        <a14:foregroundMark x1="66055" y1="14872" x2="66055" y2="14872"/>
                        <a14:foregroundMark x1="66284" y1="20256" x2="66284" y2="20256"/>
                        <a14:foregroundMark x1="64220" y1="24872" x2="64220" y2="24872"/>
                        <a14:foregroundMark x1="50000" y1="21795" x2="50000" y2="21795"/>
                        <a14:foregroundMark x1="30275" y1="33846" x2="30275" y2="33846"/>
                        <a14:foregroundMark x1="30046" y1="32821" x2="30046" y2="32821"/>
                        <a14:foregroundMark x1="21789" y1="47436" x2="21789" y2="47436"/>
                        <a14:foregroundMark x1="75229" y1="35385" x2="75229" y2="35385"/>
                        <a14:foregroundMark x1="75229" y1="34103" x2="75229" y2="34103"/>
                        <a14:foregroundMark x1="73624" y1="35641" x2="73624" y2="35641"/>
                        <a14:foregroundMark x1="75229" y1="33333" x2="75229" y2="33333"/>
                        <a14:foregroundMark x1="72936" y1="35641" x2="72936" y2="35641"/>
                        <a14:foregroundMark x1="75229" y1="38718" x2="75229" y2="38718"/>
                        <a14:foregroundMark x1="75229" y1="37949" x2="75229" y2="37949"/>
                        <a14:foregroundMark x1="77294" y1="35897" x2="77294" y2="35897"/>
                        <a14:foregroundMark x1="76606" y1="36667" x2="76606" y2="36667"/>
                        <a14:foregroundMark x1="76147" y1="37692" x2="76147" y2="37692"/>
                        <a14:foregroundMark x1="73624" y1="36410" x2="73624" y2="36410"/>
                        <a14:foregroundMark x1="74312" y1="37692" x2="74312" y2="37692"/>
                        <a14:foregroundMark x1="73853" y1="34615" x2="73853" y2="34615"/>
                        <a14:foregroundMark x1="76606" y1="34359" x2="76606" y2="34359"/>
                        <a14:foregroundMark x1="75917" y1="33590" x2="75917" y2="33590"/>
                        <a14:foregroundMark x1="75229" y1="32821" x2="75229" y2="32821"/>
                        <a14:foregroundMark x1="77982" y1="36410" x2="77982" y2="36410"/>
                        <a14:foregroundMark x1="77523" y1="34615" x2="77523" y2="34615"/>
                        <a14:foregroundMark x1="62615" y1="36667" x2="62615" y2="36667"/>
                        <a14:foregroundMark x1="28211" y1="8205" x2="28211" y2="8205"/>
                        <a14:foregroundMark x1="26376" y1="9744" x2="26376" y2="9744"/>
                        <a14:foregroundMark x1="27064" y1="9487" x2="27064" y2="9487"/>
                        <a14:foregroundMark x1="28899" y1="8718" x2="28899" y2="8718"/>
                        <a14:foregroundMark x1="29817" y1="9487" x2="29817" y2="9487"/>
                        <a14:foregroundMark x1="28899" y1="7949" x2="28899" y2="7949"/>
                        <a14:foregroundMark x1="27064" y1="10513" x2="27064" y2="10513"/>
                        <a14:foregroundMark x1="27982" y1="11795" x2="27982" y2="11795"/>
                        <a14:foregroundMark x1="29128" y1="12308" x2="29128" y2="12308"/>
                        <a14:foregroundMark x1="29128" y1="11538" x2="29128" y2="11538"/>
                        <a14:foregroundMark x1="30046" y1="10513" x2="30046" y2="10513"/>
                        <a14:foregroundMark x1="50459" y1="9231" x2="50459" y2="9231"/>
                        <a14:foregroundMark x1="52294" y1="8718" x2="61927" y2="20769"/>
                        <a14:foregroundMark x1="61927" y1="20769" x2="47706" y2="32051"/>
                        <a14:foregroundMark x1="47706" y1="32051" x2="39450" y2="21538"/>
                        <a14:foregroundMark x1="39450" y1="21538" x2="46560" y2="9744"/>
                        <a14:foregroundMark x1="46560" y1="9744" x2="51376" y2="8974"/>
                        <a14:foregroundMark x1="50229" y1="31795" x2="65367" y2="23077"/>
                        <a14:foregroundMark x1="65367" y1="23077" x2="61468" y2="19487"/>
                        <a14:foregroundMark x1="20413" y1="46923" x2="20413" y2="46923"/>
                        <a14:foregroundMark x1="19495" y1="46923" x2="23165" y2="47949"/>
                        <a14:foregroundMark x1="39450" y1="39487" x2="39450" y2="39487"/>
                        <a14:foregroundMark x1="38073" y1="90513" x2="83945" y2="85897"/>
                        <a14:foregroundMark x1="83945" y1="85897" x2="67890" y2="45641"/>
                        <a14:foregroundMark x1="67890" y1="45641" x2="43578" y2="36667"/>
                        <a14:foregroundMark x1="43578" y1="36667" x2="31881" y2="46154"/>
                        <a14:foregroundMark x1="31881" y1="46154" x2="36468" y2="73846"/>
                        <a14:foregroundMark x1="36468" y1="73846" x2="60092" y2="86923"/>
                        <a14:foregroundMark x1="25459" y1="81026" x2="25459" y2="81026"/>
                        <a14:foregroundMark x1="22477" y1="86667" x2="32569" y2="82564"/>
                        <a14:foregroundMark x1="80963" y1="49487" x2="80963" y2="49487"/>
                        <a14:foregroundMark x1="76835" y1="49231" x2="80963" y2="48974"/>
                      </a14:backgroundRemoval>
                    </a14:imgEffect>
                  </a14:imgLayer>
                </a14:imgProps>
              </a:ext>
            </a:extLst>
          </a:blip>
          <a:srcRect l="15539" t="6098" r="13187" b="5074"/>
          <a:stretch/>
        </p:blipFill>
        <p:spPr>
          <a:xfrm>
            <a:off x="10090049" y="2580686"/>
            <a:ext cx="1532992" cy="170898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D6E6654-3E1B-DF46-EE90-304C612C324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19060" y1="34737" x2="21671" y2="51316"/>
                        <a14:foregroundMark x1="21671" y1="51316" x2="19060" y2="68158"/>
                        <a14:foregroundMark x1="16971" y1="31316" x2="15144" y2="72895"/>
                        <a14:foregroundMark x1="18799" y1="42895" x2="18016" y2="63684"/>
                        <a14:foregroundMark x1="28982" y1="22632" x2="80940" y2="23158"/>
                        <a14:foregroundMark x1="34465" y1="27105" x2="73107" y2="27368"/>
                        <a14:foregroundMark x1="34465" y1="19737" x2="66319" y2="19737"/>
                        <a14:foregroundMark x1="66319" y1="19737" x2="82768" y2="20526"/>
                        <a14:foregroundMark x1="39687" y1="17895" x2="60313" y2="17895"/>
                        <a14:foregroundMark x1="60313" y1="17895" x2="73107" y2="18421"/>
                        <a14:foregroundMark x1="42298" y1="17105" x2="59008" y2="17368"/>
                        <a14:foregroundMark x1="33681" y1="27105" x2="78590" y2="28684"/>
                        <a14:foregroundMark x1="42298" y1="33947" x2="62402" y2="34474"/>
                        <a14:foregroundMark x1="36031" y1="32368" x2="79112" y2="30263"/>
                      </a14:backgroundRemoval>
                    </a14:imgEffect>
                  </a14:imgLayer>
                </a14:imgProps>
              </a:ext>
            </a:extLst>
          </a:blip>
          <a:srcRect l="5876" t="6578" r="6200" b="5483"/>
          <a:stretch/>
        </p:blipFill>
        <p:spPr>
          <a:xfrm>
            <a:off x="7544327" y="4705890"/>
            <a:ext cx="1690540" cy="167757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C79F9E9-DA30-9ACF-0D35-27F1AC96D19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22701" y1="17143" x2="17025" y2="55065"/>
                        <a14:foregroundMark x1="17025" y1="55065" x2="31115" y2="53506"/>
                        <a14:foregroundMark x1="31115" y1="53506" x2="48532" y2="31169"/>
                        <a14:foregroundMark x1="48532" y1="31169" x2="64188" y2="27013"/>
                        <a14:foregroundMark x1="64188" y1="27013" x2="69667" y2="41818"/>
                        <a14:foregroundMark x1="69667" y1="41818" x2="71037" y2="82338"/>
                        <a14:foregroundMark x1="15068" y1="22597" x2="31115" y2="26494"/>
                        <a14:foregroundMark x1="31115" y1="26494" x2="33659" y2="31948"/>
                        <a14:foregroundMark x1="25636" y1="16883" x2="39726" y2="28052"/>
                        <a14:foregroundMark x1="24658" y1="11169" x2="38943" y2="22078"/>
                        <a14:foregroundMark x1="38943" y1="22078" x2="46771" y2="34286"/>
                        <a14:foregroundMark x1="46771" y1="34286" x2="46575" y2="34286"/>
                        <a14:foregroundMark x1="53425" y1="21558" x2="67906" y2="24156"/>
                        <a14:foregroundMark x1="51076" y1="17662" x2="80822" y2="9870"/>
                        <a14:foregroundMark x1="80822" y1="9870" x2="81213" y2="9870"/>
                      </a14:backgroundRemoval>
                    </a14:imgEffect>
                  </a14:imgLayer>
                </a14:imgProps>
              </a:ext>
            </a:extLst>
          </a:blip>
          <a:srcRect l="11514" t="7618" r="22378" b="18973"/>
          <a:stretch/>
        </p:blipFill>
        <p:spPr>
          <a:xfrm>
            <a:off x="2797405" y="4705890"/>
            <a:ext cx="1897299" cy="158736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2EA7F5F-59B3-3A17-AD1A-B00FF7F1C89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21526" y1="13521" x2="43052" y2="16056"/>
                      </a14:backgroundRemoval>
                    </a14:imgEffect>
                  </a14:imgLayer>
                </a14:imgProps>
              </a:ext>
            </a:extLst>
          </a:blip>
          <a:srcRect l="9400" t="6227" r="17197" b="7393"/>
          <a:stretch/>
        </p:blipFill>
        <p:spPr>
          <a:xfrm>
            <a:off x="568959" y="2501847"/>
            <a:ext cx="1532992" cy="174503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6893911-9F2F-CE40-EC01-3775406ED4BD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>
                        <a14:foregroundMark x1="47072" y1="26914" x2="47072" y2="26914"/>
                        <a14:foregroundMark x1="38395" y1="80278" x2="38395" y2="80278"/>
                      </a14:backgroundRemoval>
                    </a14:imgEffect>
                  </a14:imgLayer>
                </a14:imgProps>
              </a:ext>
            </a:extLst>
          </a:blip>
          <a:srcRect l="8764" t="9000" r="17959" b="11073"/>
          <a:stretch/>
        </p:blipFill>
        <p:spPr>
          <a:xfrm>
            <a:off x="1279418" y="371970"/>
            <a:ext cx="1645067" cy="1677570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DFDCFB55-F17F-0C82-99CA-4E8564C9B0AA}"/>
              </a:ext>
            </a:extLst>
          </p:cNvPr>
          <p:cNvGrpSpPr/>
          <p:nvPr/>
        </p:nvGrpSpPr>
        <p:grpSpPr>
          <a:xfrm>
            <a:off x="5128301" y="2281182"/>
            <a:ext cx="1935397" cy="2545581"/>
            <a:chOff x="5128301" y="2281182"/>
            <a:chExt cx="1935397" cy="254558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1498B4C-75E9-4B50-A415-591BFF3E77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10000" b="90000" l="10000" r="90000">
                          <a14:foregroundMark x1="31368" y1="30374" x2="31368" y2="30374"/>
                          <a14:foregroundMark x1="43158" y1="30140" x2="43158" y2="30140"/>
                          <a14:foregroundMark x1="61895" y1="31542" x2="61895" y2="31542"/>
                          <a14:foregroundMark x1="42105" y1="16589" x2="42105" y2="16589"/>
                          <a14:foregroundMark x1="58737" y1="15654" x2="58737" y2="15654"/>
                        </a14:backgroundRemoval>
                      </a14:imgEffect>
                    </a14:imgLayer>
                  </a14:imgProps>
                </a:ext>
              </a:extLst>
            </a:blip>
            <a:srcRect l="17609" t="7015" r="22737" b="18196"/>
            <a:stretch/>
          </p:blipFill>
          <p:spPr>
            <a:xfrm>
              <a:off x="5128301" y="2281182"/>
              <a:ext cx="1935397" cy="218636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DA9C39E-50A9-322F-CED8-9EA2CA05720E}"/>
                </a:ext>
              </a:extLst>
            </p:cNvPr>
            <p:cNvSpPr txBox="1"/>
            <p:nvPr/>
          </p:nvSpPr>
          <p:spPr>
            <a:xfrm>
              <a:off x="5542000" y="445743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err="1"/>
                <a:t>아키텍트</a:t>
              </a:r>
              <a:endParaRPr lang="ko-KR" altLang="en-US" b="1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0EA43B9-EAA6-6017-02DB-64A65A99D901}"/>
              </a:ext>
            </a:extLst>
          </p:cNvPr>
          <p:cNvSpPr txBox="1"/>
          <p:nvPr/>
        </p:nvSpPr>
        <p:spPr>
          <a:xfrm>
            <a:off x="4998582" y="1635217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프로젝트 비전 제시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120792-952A-0FF0-3140-40306A0B1D5B}"/>
              </a:ext>
            </a:extLst>
          </p:cNvPr>
          <p:cNvSpPr txBox="1"/>
          <p:nvPr/>
        </p:nvSpPr>
        <p:spPr>
          <a:xfrm>
            <a:off x="8409160" y="209651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기술 컨설턴트</a:t>
            </a:r>
            <a:endParaRPr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C1F284-1E28-61CE-CF6A-782DD388CB80}"/>
              </a:ext>
            </a:extLst>
          </p:cNvPr>
          <p:cNvSpPr txBox="1"/>
          <p:nvPr/>
        </p:nvSpPr>
        <p:spPr>
          <a:xfrm>
            <a:off x="10146254" y="4246881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의사 결정자</a:t>
            </a:r>
            <a:endParaRPr lang="ko-KR" alt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BD898A-0FA8-0CAF-DD7E-E7C37CA712FA}"/>
              </a:ext>
            </a:extLst>
          </p:cNvPr>
          <p:cNvSpPr txBox="1"/>
          <p:nvPr/>
        </p:nvSpPr>
        <p:spPr>
          <a:xfrm>
            <a:off x="7814285" y="6293252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개발 코칭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0890EB-21CC-063B-8E23-B19F89F9209C}"/>
              </a:ext>
            </a:extLst>
          </p:cNvPr>
          <p:cNvSpPr txBox="1"/>
          <p:nvPr/>
        </p:nvSpPr>
        <p:spPr>
          <a:xfrm>
            <a:off x="3307472" y="62932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중재자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EE777A-4C9E-28DE-C7A9-B6E9B79A77A1}"/>
              </a:ext>
            </a:extLst>
          </p:cNvPr>
          <p:cNvSpPr txBox="1"/>
          <p:nvPr/>
        </p:nvSpPr>
        <p:spPr>
          <a:xfrm>
            <a:off x="403148" y="4246881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SW </a:t>
            </a:r>
            <a:r>
              <a:rPr lang="ko-KR" altLang="en-US" b="1" dirty="0"/>
              <a:t>개발 전문가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34FC1A-654F-6B5D-733F-634CC9FB7DC5}"/>
              </a:ext>
            </a:extLst>
          </p:cNvPr>
          <p:cNvSpPr txBox="1"/>
          <p:nvPr/>
        </p:nvSpPr>
        <p:spPr>
          <a:xfrm>
            <a:off x="1663368" y="20045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대변자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B290EE9-D055-A087-A3E7-EB873D75DCD1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101951" y="3374363"/>
            <a:ext cx="2896631" cy="1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34AA8DA-947E-59B7-0FD6-C7F8B2D1056F}"/>
              </a:ext>
            </a:extLst>
          </p:cNvPr>
          <p:cNvCxnSpPr>
            <a:cxnSpLocks/>
          </p:cNvCxnSpPr>
          <p:nvPr/>
        </p:nvCxnSpPr>
        <p:spPr>
          <a:xfrm>
            <a:off x="2871979" y="1913099"/>
            <a:ext cx="2256322" cy="72385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0D3E370-A6B3-175D-4255-4905567E6368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3746055" y="4178078"/>
            <a:ext cx="1429281" cy="527812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4691143-1E24-A51D-CCAA-667875669604}"/>
              </a:ext>
            </a:extLst>
          </p:cNvPr>
          <p:cNvCxnSpPr>
            <a:cxnSpLocks/>
            <a:stCxn id="24" idx="2"/>
            <a:endCxn id="7" idx="0"/>
          </p:cNvCxnSpPr>
          <p:nvPr/>
        </p:nvCxnSpPr>
        <p:spPr>
          <a:xfrm>
            <a:off x="6095998" y="2004549"/>
            <a:ext cx="2" cy="276633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F9B660D0-54D8-C3E6-9F7A-92C5C0DCD38F}"/>
              </a:ext>
            </a:extLst>
          </p:cNvPr>
          <p:cNvCxnSpPr>
            <a:cxnSpLocks/>
          </p:cNvCxnSpPr>
          <p:nvPr/>
        </p:nvCxnSpPr>
        <p:spPr>
          <a:xfrm flipH="1">
            <a:off x="6902403" y="2160226"/>
            <a:ext cx="1477283" cy="48035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319DD5C5-2835-0D62-FAA9-F3F3B568C4D0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7284720" y="3374363"/>
            <a:ext cx="2805329" cy="60818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34B7CD98-E15B-A55A-E86F-9B3ECA31EC15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7063695" y="4246881"/>
            <a:ext cx="1325902" cy="459009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835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</Words>
  <Application>Microsoft Office PowerPoint</Application>
  <PresentationFormat>와이드스크린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2024-06-23T11:53:18Z</dcterms:created>
  <dcterms:modified xsi:type="dcterms:W3CDTF">2024-06-23T12:19:06Z</dcterms:modified>
</cp:coreProperties>
</file>