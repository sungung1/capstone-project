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F169B-7728-471E-B6AC-936512C747A9}" v="34" dt="2024-09-28T01:58:33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EEBF169B-7728-471E-B6AC-936512C747A9}"/>
    <pc:docChg chg="undo custSel modSld">
      <pc:chgData name="현진 김" userId="75745d21e3536c0a" providerId="LiveId" clId="{EEBF169B-7728-471E-B6AC-936512C747A9}" dt="2024-09-28T02:10:57.818" v="186" actId="1076"/>
      <pc:docMkLst>
        <pc:docMk/>
      </pc:docMkLst>
      <pc:sldChg chg="addSp delSp modSp mod">
        <pc:chgData name="현진 김" userId="75745d21e3536c0a" providerId="LiveId" clId="{EEBF169B-7728-471E-B6AC-936512C747A9}" dt="2024-09-28T02:10:57.818" v="186" actId="1076"/>
        <pc:sldMkLst>
          <pc:docMk/>
          <pc:sldMk cId="3636864606" sldId="256"/>
        </pc:sldMkLst>
        <pc:grpChg chg="add del mod">
          <ac:chgData name="현진 김" userId="75745d21e3536c0a" providerId="LiveId" clId="{EEBF169B-7728-471E-B6AC-936512C747A9}" dt="2024-09-28T01:33:08.425" v="56" actId="21"/>
          <ac:grpSpMkLst>
            <pc:docMk/>
            <pc:sldMk cId="3636864606" sldId="256"/>
            <ac:grpSpMk id="19" creationId="{16C197D8-4C1E-4BA4-B297-19DD0F544669}"/>
          </ac:grpSpMkLst>
        </pc:grpChg>
        <pc:grpChg chg="add del mod">
          <ac:chgData name="현진 김" userId="75745d21e3536c0a" providerId="LiveId" clId="{EEBF169B-7728-471E-B6AC-936512C747A9}" dt="2024-09-28T01:35:52.112" v="103" actId="21"/>
          <ac:grpSpMkLst>
            <pc:docMk/>
            <pc:sldMk cId="3636864606" sldId="256"/>
            <ac:grpSpMk id="36" creationId="{582E188D-1F4B-C759-8437-7E23BA5DDB7D}"/>
          </ac:grpSpMkLst>
        </pc:grpChg>
        <pc:grpChg chg="add del mod">
          <ac:chgData name="현진 김" userId="75745d21e3536c0a" providerId="LiveId" clId="{EEBF169B-7728-471E-B6AC-936512C747A9}" dt="2024-09-28T01:39:16.545" v="112" actId="21"/>
          <ac:grpSpMkLst>
            <pc:docMk/>
            <pc:sldMk cId="3636864606" sldId="256"/>
            <ac:grpSpMk id="42" creationId="{58A7FEE8-3D3D-A2C9-8AEC-90CE2582085F}"/>
          </ac:grpSpMkLst>
        </pc:grpChg>
        <pc:grpChg chg="add del mod">
          <ac:chgData name="현진 김" userId="75745d21e3536c0a" providerId="LiveId" clId="{EEBF169B-7728-471E-B6AC-936512C747A9}" dt="2024-09-28T01:58:34.339" v="182" actId="21"/>
          <ac:grpSpMkLst>
            <pc:docMk/>
            <pc:sldMk cId="3636864606" sldId="256"/>
            <ac:grpSpMk id="61" creationId="{9DBDE7E0-1A9F-9E8F-DF19-ADA6875C275C}"/>
          </ac:grpSpMkLst>
        </pc:grpChg>
        <pc:picChg chg="add del">
          <ac:chgData name="현진 김" userId="75745d21e3536c0a" providerId="LiveId" clId="{EEBF169B-7728-471E-B6AC-936512C747A9}" dt="2024-09-28T01:30:39.678" v="3" actId="22"/>
          <ac:picMkLst>
            <pc:docMk/>
            <pc:sldMk cId="3636864606" sldId="256"/>
            <ac:picMk id="3" creationId="{758D9582-FB6B-6D33-DA82-88D8D3D8187C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4" creationId="{AE2C5BB2-C68E-2F9C-A8AC-D7C74B3F3084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5" creationId="{13C8EFB4-4B8E-11C1-2B47-0DD90A671CF6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6" creationId="{2628BDB1-AB57-2639-7725-5411ECFA8641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7" creationId="{B8708240-C2CF-C163-287A-5FADD42E7C5C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8" creationId="{B79F4FDC-E852-91CD-5FF2-AE5AB537D543}"/>
          </ac:picMkLst>
        </pc:picChg>
        <pc:picChg chg="add mod">
          <ac:chgData name="현진 김" userId="75745d21e3536c0a" providerId="LiveId" clId="{EEBF169B-7728-471E-B6AC-936512C747A9}" dt="2024-09-28T01:31:42.351" v="34"/>
          <ac:picMkLst>
            <pc:docMk/>
            <pc:sldMk cId="3636864606" sldId="256"/>
            <ac:picMk id="9" creationId="{718AB821-8736-3AD3-DA6C-5946E32640A9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0" creationId="{9DDC29A3-60A9-2FA9-8D65-1EA0B18FCA70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1" creationId="{E427530C-5946-5EBE-A8D3-F6361F3C3BDB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2" creationId="{2BFB8A73-9211-B580-A3FB-9517BCFBE2D1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3" creationId="{0E32E1F9-FF78-14B1-7C21-CE44A9F7E11F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5" creationId="{BEF6881F-243A-393B-314E-CD6F7B29358B}"/>
          </ac:picMkLst>
        </pc:picChg>
        <pc:picChg chg="add 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7" creationId="{EB24DFCF-3951-C11A-76BE-00796724D4C7}"/>
          </ac:picMkLst>
        </pc:picChg>
        <pc:picChg chg="mod">
          <ac:chgData name="현진 김" userId="75745d21e3536c0a" providerId="LiveId" clId="{EEBF169B-7728-471E-B6AC-936512C747A9}" dt="2024-09-28T02:10:57.818" v="186" actId="1076"/>
          <ac:picMkLst>
            <pc:docMk/>
            <pc:sldMk cId="3636864606" sldId="256"/>
            <ac:picMk id="18" creationId="{12E0DCD6-ADCF-EDE9-7F17-4C7E5045964D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21" creationId="{0D866275-028C-D9D7-80DD-9D3D05A96182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23" creationId="{E552325D-8038-5CFE-3573-6181E93E2765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25" creationId="{8A7F4CB3-CA9B-C6C9-CA1F-CC35B57AFF60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27" creationId="{2F543684-9E40-BED4-8CAD-038CAA63D04A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28" creationId="{DB297AEC-D542-3A24-AC7E-45A65CAE5066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29" creationId="{B03C28D7-6B6A-8C7C-8D09-AEFCED3E2173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31" creationId="{1415EC72-C9C6-8398-47D6-7EBF5C46F6D4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32" creationId="{60C00EE3-FB44-BAD6-6E30-E0243DFFF201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33" creationId="{727A8CCD-5175-47DC-C76E-97D60A027D5F}"/>
          </ac:picMkLst>
        </pc:picChg>
        <pc:picChg chg="add mod">
          <ac:chgData name="현진 김" userId="75745d21e3536c0a" providerId="LiveId" clId="{EEBF169B-7728-471E-B6AC-936512C747A9}" dt="2024-09-28T01:35:50.597" v="102" actId="164"/>
          <ac:picMkLst>
            <pc:docMk/>
            <pc:sldMk cId="3636864606" sldId="256"/>
            <ac:picMk id="35" creationId="{615E848D-9298-36EC-FFFE-29F940497BDE}"/>
          </ac:picMkLst>
        </pc:picChg>
        <pc:picChg chg="add del">
          <ac:chgData name="현진 김" userId="75745d21e3536c0a" providerId="LiveId" clId="{EEBF169B-7728-471E-B6AC-936512C747A9}" dt="2024-09-28T01:37:20.712" v="105" actId="22"/>
          <ac:picMkLst>
            <pc:docMk/>
            <pc:sldMk cId="3636864606" sldId="256"/>
            <ac:picMk id="38" creationId="{5EB1D34F-0CF8-D1F9-5AFE-6ED262E19DC8}"/>
          </ac:picMkLst>
        </pc:picChg>
        <pc:picChg chg="add mod">
          <ac:chgData name="현진 김" userId="75745d21e3536c0a" providerId="LiveId" clId="{EEBF169B-7728-471E-B6AC-936512C747A9}" dt="2024-09-28T01:39:16.200" v="111" actId="164"/>
          <ac:picMkLst>
            <pc:docMk/>
            <pc:sldMk cId="3636864606" sldId="256"/>
            <ac:picMk id="40" creationId="{2580349C-30D7-249A-F70C-A18D20EE2852}"/>
          </ac:picMkLst>
        </pc:picChg>
        <pc:picChg chg="add mod">
          <ac:chgData name="현진 김" userId="75745d21e3536c0a" providerId="LiveId" clId="{EEBF169B-7728-471E-B6AC-936512C747A9}" dt="2024-09-28T01:39:16.200" v="111" actId="164"/>
          <ac:picMkLst>
            <pc:docMk/>
            <pc:sldMk cId="3636864606" sldId="256"/>
            <ac:picMk id="41" creationId="{E05FB537-2956-A1C5-25E4-3DF182CBDE8E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44" creationId="{3E9ACA7B-FBC0-1369-B788-9FB4410F6A12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46" creationId="{D5D0053C-566E-D491-798E-E786D091FE8B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47" creationId="{3F9714AA-CA1A-9AD1-0A8E-7A1527BDB75F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48" creationId="{7D7D57E8-18EF-44D0-7811-986E3905F93B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49" creationId="{967CEB24-16F7-137E-AB89-D4245DB846BC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0" creationId="{CEAECF49-1959-82AE-3A5A-13ABE12005EF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1" creationId="{CF64D136-1B28-70ED-6D0E-67776EA1B53B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2" creationId="{D627628B-74DA-40E8-20DB-24567CE9A4DA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3" creationId="{8D5989DE-ED68-0693-B23A-5FC22C6EDA6E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4" creationId="{1E34F2EA-3974-58A7-D055-831FD6EE1425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5" creationId="{73569F41-72F3-4357-E573-58914292AEA7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6" creationId="{9E3B72A6-52CB-D966-3085-0AAE8D5A4159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7" creationId="{8DCEC8CE-1244-1AE6-2E5B-6FB8995357A5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8" creationId="{28E3634D-E420-F0EA-E059-E1F7ECFDDAD9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59" creationId="{3CC5A133-C0C4-A2D0-B2E2-A11FAFEE2108}"/>
          </ac:picMkLst>
        </pc:picChg>
        <pc:picChg chg="add mod">
          <ac:chgData name="현진 김" userId="75745d21e3536c0a" providerId="LiveId" clId="{EEBF169B-7728-471E-B6AC-936512C747A9}" dt="2024-09-28T01:58:33.997" v="181" actId="164"/>
          <ac:picMkLst>
            <pc:docMk/>
            <pc:sldMk cId="3636864606" sldId="256"/>
            <ac:picMk id="60" creationId="{1DD89197-EBF4-2BA7-F88D-D1E090AECA91}"/>
          </ac:picMkLst>
        </pc:picChg>
        <pc:picChg chg="add del">
          <ac:chgData name="현진 김" userId="75745d21e3536c0a" providerId="LiveId" clId="{EEBF169B-7728-471E-B6AC-936512C747A9}" dt="2024-09-28T01:58:51.252" v="184" actId="21"/>
          <ac:picMkLst>
            <pc:docMk/>
            <pc:sldMk cId="3636864606" sldId="256"/>
            <ac:picMk id="63" creationId="{AF70DFE1-415F-3406-DD7D-F2E0A0EC6C7B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11" creationId="{A8871107-7D47-DAAC-C6CF-D76978D68C16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13" creationId="{C596307C-B504-5655-9507-3257F2FB30A0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14" creationId="{CB098E1A-F8EC-5CE1-89DA-02703ABBF146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15" creationId="{0D22E641-39FE-3C94-6A8E-C6FD3B3F9221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16" creationId="{D2DE3352-EB50-7513-ED48-0D4C111ECB90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17" creationId="{501F16BF-5EC1-6B75-5C08-B8C3A6ACA1A5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18" creationId="{FCA3D704-0F3C-A1CC-6E83-0270DDAAE54C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19" creationId="{37AF00BE-D505-9282-4BEC-636DCC120272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20" creationId="{A339EAFC-CDCA-BF35-2B63-61535AF2D317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21" creationId="{42368A43-ED58-94A5-801F-E9DD625841B0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22" creationId="{80591E8F-E6B5-21A8-B612-555086AA89CA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27" creationId="{A6E769F2-0E3B-ABEC-7FB2-7E7E86904A1A}"/>
          </ac:picMkLst>
        </pc:picChg>
        <pc:picChg chg="mod">
          <ac:chgData name="현진 김" userId="75745d21e3536c0a" providerId="LiveId" clId="{EEBF169B-7728-471E-B6AC-936512C747A9}" dt="2024-09-28T01:33:07.982" v="55" actId="164"/>
          <ac:picMkLst>
            <pc:docMk/>
            <pc:sldMk cId="3636864606" sldId="256"/>
            <ac:picMk id="131" creationId="{8E818F5B-C02D-465B-C468-B1941E88E68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A51B2-E4B3-444D-A731-276580EAB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52BAA5-DEE0-ED39-815A-727E3329A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D7670-7A94-0D1C-FAD6-5F4B6290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567E73-BF63-0363-2B30-8CE6A226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7E3E07-1074-660A-1BE2-753CE141B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65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6A5B5-DB0D-8C18-21EF-62609EB4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6895F5-FD3D-6B28-08DD-F202FC803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1D738D-9A37-D975-142B-51516DF6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978790-4A34-38C6-43DB-AE9912016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893A1-01FA-4BA3-61D2-A672EE0F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96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E088D-8EEF-0900-350A-87B90C16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19C42-766D-5185-FD6E-C51FC4C40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13AEC-293C-60CD-9182-29312A9C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BFA30-AEA0-A932-D54E-6F158FEC5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5A9E00-027C-5F2B-6E2C-37BB7B0A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902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E14DD-DB97-2347-8E1B-F3373BBBF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7E85F4-0F71-0707-FD30-1A6882555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20323F-8B2E-459C-D200-D6FE61F43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98C602-EF00-6954-5CBF-E145490E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93B53F-F74E-91C4-DF0A-39E3A7CFC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B9E657-5CCA-A009-87B8-8070D5B1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24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D5F99-DA60-5D73-E96C-B7CC9BDFA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9B194-1A51-CB8B-0005-D4C468714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FB34C2-992C-0FF6-CD16-72C2B2061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1CF959-03C7-4FCC-1B5A-C5F3989FE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6ED755-0477-8ACF-9074-61CAF80D2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FBF6B8-04E2-CF21-4A3A-A9904432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93460F-3584-02A9-5355-C24AF843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750D8B-4974-8E24-0DC3-A2FE75FE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059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8B0D2-5909-8F76-1D57-4A03D9CD2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9A9207-02B9-97AB-0163-06B5573B5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55AD53-3665-1190-1793-9EF62A0D7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9329E3-C683-E3DA-A14A-ECC52CF34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4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FEC8B6-BFC1-886F-8EEB-43D3F4D7D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5617EF-538A-0E2B-616E-6CCD1CDD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AEA093-63D2-EEA2-0B25-01AF63E8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01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59367-9544-2A38-44B3-356A50C4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B3EBC-D7D3-2338-1D60-209DDB1BE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7782D8-EBF0-38BB-E8BD-8B31EC060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AEA207-6AA6-7F07-EFDE-37248BE5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FC1863-1F18-F7EC-A2C1-B6E85864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C0792B-7788-1D0A-3769-3E62C6DE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30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FCF6B-1FA1-4997-2037-FD61036A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745F87-9E9C-DDC8-23CF-4FCB424E9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2020BB-9C8C-89DE-8000-59BD6DDEC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B577F0-EE88-64E4-7B02-DD5D8AA2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86ABBC-A13E-D775-23F1-36917D45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D9DC01-D927-B91C-2442-83DED539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750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CC391-E09D-9A2A-6E1D-7AAC37AC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23FAE5-E762-22BD-9892-837F268E9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3BB1E-8B28-B8AB-94DB-95373B9E4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584D18-2AF6-0A73-6907-8C7C12DE7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41E42-8458-152B-8367-0EEF75E9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2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D360A18-A480-A7FE-7728-55ADBFD51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90EDC7-13A7-66E8-1082-4955FAA84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DA0202-6B7D-229F-7A04-71317E09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54F6C0-F1D4-CEA1-47FD-E8CDF3FA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66213-F3E1-52E0-E336-36BD4390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1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B0DE90-AD19-69EF-4B78-091DB674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25C01B-0CCC-5242-1B78-FF39EEF7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BB38B9-8312-4340-959B-1DC7DEBE0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B2E10-04A9-4E03-A0F1-8BFE926C96C5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8EE91C-6DDF-6468-12B9-E04AA12A2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04A263-B08B-A803-E92C-D390DBD0C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5BE4B-0E94-47F4-B5F3-7BF6BAE301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99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12E0DCD6-ADCF-EDE9-7F17-4C7E50459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40" y="1216424"/>
            <a:ext cx="1295581" cy="85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6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2024-09-28T01:09:27Z</dcterms:created>
  <dcterms:modified xsi:type="dcterms:W3CDTF">2024-09-28T02:11:07Z</dcterms:modified>
</cp:coreProperties>
</file>